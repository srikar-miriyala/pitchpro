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online food delivery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Dilemma: Hunger Meets Hectic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Busy lifestyles leave little time for cooking or dining out.</a:t>
            </a:r>
          </a:p>
          <a:p>
            <a:pPr/>
            <a:r>
              <a:rPr sz="1600"/>
              <a:t>Limited options for convenient, diverse meal choices.</a:t>
            </a:r>
          </a:p>
          <a:p>
            <a:pPr/>
            <a:r>
              <a:rPr sz="1600"/>
              <a:t>Local restaurants struggle to reach new customers beyond their immediate vicinity.</a:t>
            </a:r>
          </a:p>
          <a:p>
            <a:pPr/>
            <a:r>
              <a:rPr sz="1600"/>
              <a:t>Existing delivery services often lack local focus or charge high commissions.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'FlavorFetch' - Your Local Food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Intuitive mobile app and web platform for effortless ordering.</a:t>
            </a:r>
          </a:p>
          <a:p>
            <a:pPr/>
            <a:r>
              <a:rPr sz="1600"/>
              <a:t>Extensive network of diverse local restaurants, from casual to gourmet.</a:t>
            </a:r>
          </a:p>
          <a:p>
            <a:pPr/>
            <a:r>
              <a:rPr sz="1600"/>
              <a:t>Reliable and efficient delivery logistics powered by smart routing.</a:t>
            </a:r>
          </a:p>
          <a:p>
            <a:pPr/>
            <a:r>
              <a:rPr sz="1600"/>
              <a:t>Real-time order tracking and dedicated customer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Opportunity: A Growing Appetite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online food delivery market projected to reach $365 billion by 2030.</a:t>
            </a:r>
          </a:p>
          <a:p>
            <a:pPr/>
            <a:r>
              <a:rPr sz="1600"/>
              <a:t>Increasing consumer preference for convenience and digital services.</a:t>
            </a:r>
          </a:p>
          <a:p>
            <a:pPr/>
            <a:r>
              <a:rPr sz="1600"/>
              <a:t>High smartphone penetration drives app-based service adoption.</a:t>
            </a:r>
          </a:p>
          <a:p>
            <a:pPr/>
            <a:r>
              <a:rPr sz="1600"/>
              <a:t>Untapped potential in hyper-local markets and niche cuisines.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Simple, Seamless, Satisfying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Customer browses menus and places order via app/web.</a:t>
            </a:r>
          </a:p>
          <a:p>
            <a:pPr/>
            <a:r>
              <a:rPr sz="1600"/>
              <a:t>Order is sent directly to the restaurant for preparation.</a:t>
            </a:r>
          </a:p>
          <a:p>
            <a:pPr/>
            <a:r>
              <a:rPr sz="1600"/>
              <a:t>Our network of independent drivers picks up the prepared meal.</a:t>
            </a:r>
          </a:p>
          <a:p>
            <a:pPr/>
            <a:r>
              <a:rPr sz="1600"/>
              <a:t>Food is delivered promptly to the customer's specified 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Driving Revenue, Delivering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Commission-based revenue from restaurant partners (15-25% per order).</a:t>
            </a:r>
          </a:p>
          <a:p>
            <a:pPr/>
            <a:r>
              <a:rPr sz="1600"/>
              <a:t>Delivery fees charged to customers (variable based on distance/demand).</a:t>
            </a:r>
          </a:p>
          <a:p>
            <a:pPr/>
            <a:r>
              <a:rPr sz="1600"/>
              <a:t>Premium features for restaurants (e.g., sponsored listings, analytics).</a:t>
            </a:r>
          </a:p>
          <a:p>
            <a:pPr/>
            <a:r>
              <a:rPr sz="1600"/>
              <a:t>Potential for subscription models for frequent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Advantage: Local Focus, Superior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Strong emphasis on local restaurant partnerships and community integration.</a:t>
            </a:r>
          </a:p>
          <a:p>
            <a:pPr/>
            <a:r>
              <a:rPr sz="1600"/>
              <a:t>Proprietary AI-driven logistics for optimized delivery routes and times.</a:t>
            </a:r>
          </a:p>
          <a:p>
            <a:pPr/>
            <a:r>
              <a:rPr sz="1600"/>
              <a:t>Exceptional customer service and personalized user experience.</a:t>
            </a:r>
          </a:p>
          <a:p>
            <a:pPr/>
            <a:r>
              <a:rPr sz="1600"/>
              <a:t>Flexible driver model attracting and retaining top talent.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Projections: 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Year 1: Focus on market entry, brand building, and restaurant onboarding.</a:t>
            </a:r>
          </a:p>
          <a:p>
            <a:pPr/>
            <a:r>
              <a:rPr sz="1600"/>
              <a:t>Year 2: Rapid user acquisition and expansion into new zones.</a:t>
            </a:r>
          </a:p>
          <a:p>
            <a:pPr/>
            <a:r>
              <a:rPr sz="1600"/>
              <a:t>Year 3: Achieving economies of scale and strong profit margins.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Join Us in Delivering the Future of 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$1.5M seed funding to finalize platform development, expand marketing, and scale operations.</a:t>
            </a:r>
          </a:p>
          <a:p>
            <a:pPr/>
            <a:r>
              <a:rPr sz="1600"/>
              <a:t>Funding will cover initial team hires, technology infrastructure, and aggressive market penetration.</a:t>
            </a:r>
          </a:p>
          <a:p>
            <a:pPr/>
            <a:r>
              <a:rPr sz="1600"/>
              <a:t>Our vision: To be the leading local food delivery platform, synonymous with convenience, quality, and community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