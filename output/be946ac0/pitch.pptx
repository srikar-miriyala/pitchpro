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Develop a space-based solar power system that collects solar energy in orbit and beams it to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Energy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Soaring global energy demand, projected to increase by 50% by 2050.</a:t>
            </a:r>
          </a:p>
          <a:p>
            <a:pPr/>
            <a:r>
              <a:rPr sz="1600"/>
              <a:t>Urgent need for clean, reliable, and scalable energy solutions.</a:t>
            </a:r>
          </a:p>
          <a:p>
            <a:pPr/>
            <a:r>
              <a:rPr sz="1600"/>
              <a:t>Intermittency of terrestrial renewables (solar, wind) limits baseload capacity.</a:t>
            </a:r>
          </a:p>
          <a:p>
            <a:pPr/>
            <a:r>
              <a:rPr sz="1600"/>
              <a:t>Climate change demands a rapid transition away from fossil fuels.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Space-Based Solar Power (SBSP)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Large solar arrays deployed in geostationary orbit (GEO).</a:t>
            </a:r>
          </a:p>
          <a:p>
            <a:pPr/>
            <a:r>
              <a:rPr sz="1600"/>
              <a:t>Constant solar energy capture, 24 hours a day, 7 days a week.</a:t>
            </a:r>
          </a:p>
          <a:p>
            <a:pPr/>
            <a:r>
              <a:rPr sz="1600"/>
              <a:t>Energy converted to high-frequency microwaves for transmission.</a:t>
            </a:r>
          </a:p>
          <a:p>
            <a:pPr/>
            <a:r>
              <a:rPr sz="1600"/>
              <a:t>Microwave beam safely directed to ground-based rectifying antennas (rectennas).</a:t>
            </a:r>
          </a:p>
          <a:p>
            <a:pPr/>
            <a:r>
              <a:rPr sz="1600"/>
              <a:t>Rectennas convert microwaves directly into grid-ready electricity.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Unmatched Advantages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24/7 Baseload Power: Unaffected by weather, clouds, or night cycles.</a:t>
            </a:r>
          </a:p>
          <a:p>
            <a:pPr/>
            <a:r>
              <a:rPr sz="1600"/>
              <a:t>Zero Carbon Emissions: A truly clean energy source.</a:t>
            </a:r>
          </a:p>
          <a:p>
            <a:pPr/>
            <a:r>
              <a:rPr sz="1600"/>
              <a:t>High Efficiency: No atmospheric absorption or scattering in orbit.</a:t>
            </a:r>
          </a:p>
          <a:p>
            <a:pPr/>
            <a:r>
              <a:rPr sz="1600"/>
              <a:t>Global Energy Security: Potential to power remote regions and stabilize grids.</a:t>
            </a:r>
          </a:p>
          <a:p>
            <a:pPr/>
            <a:r>
              <a:rPr sz="1600"/>
              <a:t>Scalable &amp; Sustainable: Modular design allows for incremental expansion.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Target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electricity market valued at over $2.5 trillion annually.</a:t>
            </a:r>
          </a:p>
          <a:p>
            <a:pPr/>
            <a:r>
              <a:rPr sz="1600"/>
              <a:t>Targeting energy-hungry nations and regions with high demand for stable power.</a:t>
            </a:r>
          </a:p>
          <a:p>
            <a:pPr/>
            <a:r>
              <a:rPr sz="1600"/>
              <a:t>Industrial sectors requiring uninterrupted, high-quality power supply.</a:t>
            </a:r>
          </a:p>
          <a:p>
            <a:pPr/>
            <a:r>
              <a:rPr sz="1600"/>
              <a:t>Grid operators seeking reliable, dispatchable renewable energy to balance their networks.</a:t>
            </a:r>
          </a:p>
          <a:p>
            <a:pPr/>
            <a:r>
              <a:rPr sz="1600"/>
              <a:t>Addressing critical infrastructure needs in disaster-prone 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Leveraging advancements in lightweight materials, robotics, and power electronics.</a:t>
            </a:r>
          </a:p>
          <a:p>
            <a:pPr/>
            <a:r>
              <a:rPr sz="1600"/>
              <a:t>Modular satellite design for cost-effective manufacturing and deployment.</a:t>
            </a:r>
          </a:p>
          <a:p>
            <a:pPr/>
            <a:r>
              <a:rPr sz="1600"/>
              <a:t>Phased development: Ground-based demonstrator, orbital prototype, commercial pilot.</a:t>
            </a:r>
          </a:p>
          <a:p>
            <a:pPr/>
            <a:r>
              <a:rPr sz="1600"/>
              <a:t>Strategic partnerships with aerospace, energy, and manufacturing leaders.</a:t>
            </a:r>
          </a:p>
          <a:p>
            <a:pPr/>
            <a:r>
              <a:rPr sz="1600"/>
              <a:t>Focus on safety protocols for microwave transmission and orbital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Dr. Anya Sharma (CEO): 20+ years in aerospace engineering, former lead at NASA JPL.</a:t>
            </a:r>
          </a:p>
          <a:p>
            <a:pPr/>
            <a:r>
              <a:rPr sz="1600"/>
              <a:t>Mark Chen (CTO): Pioneer in microwave power transmission, 15+ patents.</a:t>
            </a:r>
          </a:p>
          <a:p>
            <a:pPr/>
            <a:r>
              <a:rPr sz="1600"/>
              <a:t>Sarah Khan (CFO): Expertise in large-scale infrastructure financing and renewable energy investments.</a:t>
            </a:r>
          </a:p>
          <a:p>
            <a:pPr/>
            <a:r>
              <a:rPr sz="1600"/>
              <a:t>Diverse team of engineers, scientists, and business strategists with deep domain expertise.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Year 1-3: Significant R&amp;D and prototyping investment.</a:t>
            </a:r>
          </a:p>
          <a:p>
            <a:pPr/>
            <a:r>
              <a:rPr sz="1600"/>
              <a:t>Year 4-6: Orbital demonstrator launch and initial commercial partnerships.</a:t>
            </a:r>
          </a:p>
          <a:p>
            <a:pPr/>
            <a:r>
              <a:rPr sz="1600"/>
              <a:t>Year 7+: Scaled deployment and revenue generation from power sales.</a:t>
            </a:r>
          </a:p>
          <a:p>
            <a:pPr/>
            <a:r>
              <a:rPr sz="1600"/>
              <a:t>Seeking $50M in seed funding to complete ground-based testing and initiate orbital prototype development.</a:t>
            </a:r>
          </a:p>
          <a:p>
            <a:pPr/>
            <a:r>
              <a:rPr sz="1600"/>
              <a:t>Clear path to profitability with projected IRR exceeding 25% post-commercialization.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Us: Powering Earth's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Invest in a truly disruptive technology that redefines global energy.</a:t>
            </a:r>
          </a:p>
          <a:p>
            <a:pPr/>
            <a:r>
              <a:rPr sz="1600"/>
              <a:t>Be part of the solution to climate change and energy poverty.</a:t>
            </a:r>
          </a:p>
          <a:p>
            <a:pPr/>
            <a:r>
              <a:rPr sz="1600"/>
              <a:t>Secure a stake in the next frontier of sustainable infrastructure.</a:t>
            </a:r>
          </a:p>
          <a:p>
            <a:pPr/>
            <a:r>
              <a:rPr sz="1600"/>
              <a:t>Together, we can deliver infinite, clean power from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