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Build an AI chatbot that helps students clarify doubts about college admissions, exams, or sc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Language Barrier to Higher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Complex college admissions, exams, and scholarship processes.</a:t>
            </a:r>
          </a:p>
          <a:p>
            <a:pPr/>
            <a:r>
              <a:rPr sz="1600"/>
              <a:t>Information overload, often in English, creating accessibility gaps.</a:t>
            </a:r>
          </a:p>
          <a:p>
            <a:pPr/>
            <a:r>
              <a:rPr sz="1600"/>
              <a:t>Lack of personalized, accessible guidance in regional languages.</a:t>
            </a:r>
          </a:p>
          <a:p>
            <a:pPr/>
            <a:r>
              <a:rPr sz="1600"/>
              <a:t>Millions of students left behind or misinformed due to language and resource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EduVani AI – Your Localized College Navigator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AI-powered chatbot for instant, accurate answers to educational queries.</a:t>
            </a:r>
          </a:p>
          <a:p>
            <a:pPr/>
            <a:r>
              <a:rPr sz="1600"/>
              <a:t>Supports multiple regional languages (e.g., Hindi, Marathi, Tamil, Bengali, etc.).</a:t>
            </a:r>
          </a:p>
          <a:p>
            <a:pPr/>
            <a:r>
              <a:rPr sz="1600"/>
              <a:t>Comprehensive coverage: admissions criteria, exam patterns, scholarship opportunities.</a:t>
            </a:r>
          </a:p>
          <a:p>
            <a:pPr/>
            <a:r>
              <a:rPr sz="1600"/>
              <a:t>24/7 accessibility, offering personalized guidance and reducing stress.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Vast, Underserved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Millions of high school and college-bound students globally, particularly in emerging economies.</a:t>
            </a:r>
          </a:p>
          <a:p>
            <a:pPr/>
            <a:r>
              <a:rPr sz="1600"/>
              <a:t>Significant growth in regional language internet users, outpacing English speakers.</a:t>
            </a:r>
          </a:p>
          <a:p>
            <a:pPr/>
            <a:r>
              <a:rPr sz="1600"/>
              <a:t>Existing solutions are generic, expensive, or exclusively English-centric.</a:t>
            </a:r>
          </a:p>
          <a:p>
            <a:pPr/>
            <a:r>
              <a:rPr sz="1600"/>
              <a:t>High demand for localized, affordable, and reliable educational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Advanced Natural Language Processing (NLP) for deep regional language understanding.</a:t>
            </a:r>
          </a:p>
          <a:p>
            <a:pPr/>
            <a:r>
              <a:rPr sz="1600"/>
              <a:t>Large Language Models (LLMs) fine-tuned on extensive educational datasets.</a:t>
            </a:r>
          </a:p>
          <a:p>
            <a:pPr/>
            <a:r>
              <a:rPr sz="1600"/>
              <a:t>Proprietary knowledge base of admissions criteria, exam patterns, and scholarship details.</a:t>
            </a:r>
          </a:p>
          <a:p>
            <a:pPr/>
            <a:r>
              <a:rPr sz="1600"/>
              <a:t>User-friendly interface accessible via web, mobile app, and popular messaging platforms.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Freemium model: Basic queries and information are free to drive adoption.</a:t>
            </a:r>
          </a:p>
          <a:p>
            <a:pPr/>
            <a:r>
              <a:rPr sz="1600"/>
              <a:t>Subscription tiers for premium features: advanced guidance, personalized roadmaps, mock tests, expert sessions.</a:t>
            </a:r>
          </a:p>
          <a:p>
            <a:pPr/>
            <a:r>
              <a:rPr sz="1600"/>
              <a:t>Partnerships with educational institutions for lead generation and data insights.</a:t>
            </a:r>
          </a:p>
          <a:p>
            <a:pPr/>
            <a:r>
              <a:rPr sz="1600"/>
              <a:t>Non-intrusive, context-aware advertising for relevant educational products and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Year 1 Revenue: $50K, Cost: $300K, Profit: -$250K (Focus on MVP &amp; initial user acquisition).</a:t>
            </a:r>
          </a:p>
          <a:p>
            <a:pPr/>
            <a:r>
              <a:rPr sz="1600"/>
              <a:t>Year 2 Revenue: $500K, Cost: $400K, Profit: $100K (Scaling users, premium conversions).</a:t>
            </a:r>
          </a:p>
          <a:p>
            <a:pPr/>
            <a:r>
              <a:rPr sz="1600"/>
              <a:t>Year 3 Revenue: $2M, Cost: $800K, Profit: $1.2M (Significant market penetration, profitability).</a:t>
            </a:r>
          </a:p>
          <a:p>
            <a:pPr/>
            <a:r>
              <a:rPr sz="1600"/>
              <a:t>Seeking $750K seed funding for product development, team expansion, and initial market entry.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