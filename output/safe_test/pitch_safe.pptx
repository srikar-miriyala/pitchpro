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1</a:t>
            </a:r>
            <a:br/>
            <a:r>
              <a:t>Point 2 for slide 1</a:t>
            </a:r>
            <a:br/>
            <a:r>
              <a:t>Point 3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2</a:t>
            </a:r>
            <a:br/>
            <a:r>
              <a:t>Point 2 for slide 2</a:t>
            </a:r>
            <a:br/>
            <a:r>
              <a:t>Point 3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3</a:t>
            </a:r>
            <a:br/>
            <a:r>
              <a:t>Point 2 for slide 3</a:t>
            </a:r>
            <a:br/>
            <a:r>
              <a:t>Point 3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4</a:t>
            </a:r>
            <a:br/>
            <a:r>
              <a:t>Point 2 for slide 4</a:t>
            </a:r>
            <a:br/>
            <a:r>
              <a:t>Point 3 for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5</a:t>
            </a:r>
            <a:br/>
            <a:r>
              <a:t>Point 2 for slide 5</a:t>
            </a:r>
            <a:br/>
            <a:r>
              <a:t>Point 3 for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Safe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Point 1 for slide 6</a:t>
            </a:r>
            <a:br/>
            <a:r>
              <a:t>Point 2 for slide 6</a:t>
            </a:r>
            <a:br/>
            <a:r>
              <a:t>Point 3 for 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