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Pitch: Design a decentralized carbon offset marketplace where users can fund local sustainability pr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with Traditional Offsets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Opacity &amp; Lack of Trust in current systems</a:t>
            </a:r>
          </a:p>
          <a:p>
            <a:pPr/>
            <a:r>
              <a:rPr sz="1600"/>
              <a:t>High Transaction Costs &amp; Multiple Intermediaries</a:t>
            </a:r>
          </a:p>
          <a:p>
            <a:pPr/>
            <a:r>
              <a:rPr sz="1600"/>
              <a:t>Difficulty Verifying Real-World Impact</a:t>
            </a:r>
          </a:p>
          <a:p>
            <a:pPr/>
            <a:r>
              <a:rPr sz="1600"/>
              <a:t>Limited Access for Small, Local Projects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EcoChain Connect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Decentralized Carbon Offset Marketplace</a:t>
            </a:r>
          </a:p>
          <a:p>
            <a:pPr/>
            <a:r>
              <a:rPr sz="1600"/>
              <a:t>Direct Funding for Local Sustainability Projects</a:t>
            </a:r>
          </a:p>
          <a:p>
            <a:pPr/>
            <a:r>
              <a:rPr sz="1600"/>
              <a:t>Blockchain-Verified Tokenized Carbon Credits</a:t>
            </a:r>
          </a:p>
          <a:p>
            <a:pPr/>
            <a:r>
              <a:rPr sz="1600"/>
              <a:t>Empowering Communities &amp; Individuals Globally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Works: Fund, Verify, 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Discover &amp; Vet Local Projects (e.g., reforestation, solar farms)</a:t>
            </a:r>
          </a:p>
          <a:p>
            <a:pPr/>
            <a:r>
              <a:rPr sz="1600"/>
              <a:t>Fund Projects Directly via Crypto or Fiat</a:t>
            </a:r>
          </a:p>
          <a:p>
            <a:pPr/>
            <a:r>
              <a:rPr sz="1600"/>
              <a:t>Real-time Impact Monitoring &amp; Verification (e.g., IoT data)</a:t>
            </a:r>
          </a:p>
          <a:p>
            <a:pPr/>
            <a:r>
              <a:rPr sz="1600"/>
              <a:t>Receive Tokenized Carbon Credits (NFTs/ERC-20)</a:t>
            </a:r>
          </a:p>
          <a:p>
            <a:pPr/>
            <a:r>
              <a:rPr sz="1600"/>
              <a:t>Trade, Hold, or Retire Credits Transparently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Exploding Demand for Carbon Offsets (Voluntary &amp; Compliance)</a:t>
            </a:r>
          </a:p>
          <a:p>
            <a:pPr/>
            <a:r>
              <a:rPr sz="1600"/>
              <a:t>Growing ESG Investment &amp; Corporate Net-Zero Pledges</a:t>
            </a:r>
          </a:p>
          <a:p>
            <a:pPr/>
            <a:r>
              <a:rPr sz="1600"/>
              <a:t>Rise of Web3 &amp; Decentralized Finance (DeFi)</a:t>
            </a:r>
          </a:p>
          <a:p>
            <a:pPr/>
            <a:r>
              <a:rPr sz="1600"/>
              <a:t>Untapped Potential of Local, Community-Driven Projects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Blockchain for Trust &amp; Transparency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Immutable Ledger for All Transactions &amp; Credit Issuance</a:t>
            </a:r>
          </a:p>
          <a:p>
            <a:pPr/>
            <a:r>
              <a:rPr sz="1600"/>
              <a:t>Smart Contracts for Automated Verification &amp; Governance</a:t>
            </a:r>
          </a:p>
          <a:p>
            <a:pPr/>
            <a:r>
              <a:rPr sz="1600"/>
              <a:t>Preventing Double-Counting &amp; Fraud</a:t>
            </a:r>
          </a:p>
          <a:p>
            <a:pPr/>
            <a:r>
              <a:rPr sz="1600"/>
              <a:t>Enhanced Traceability from Project to Credit Retirement</a:t>
            </a:r>
          </a:p>
          <a:p>
            <a:pPr/>
            <a:r>
              <a:rPr sz="1600"/>
              <a:t>Potential for IoT Data Integration for Real-World Verification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Vision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Global Network of Local Green Projects</a:t>
            </a:r>
          </a:p>
          <a:p>
            <a:pPr/>
            <a:r>
              <a:rPr sz="1600"/>
              <a:t>Democratizing Access to Carbon Markets</a:t>
            </a:r>
          </a:p>
          <a:p>
            <a:pPr/>
            <a:r>
              <a:rPr sz="1600"/>
              <a:t>Creating a Liquid &amp; Trustworthy Asset Class</a:t>
            </a:r>
          </a:p>
          <a:p>
            <a:pPr/>
            <a:r>
              <a:rPr sz="1600"/>
              <a:t>Driving Real-World Environmental &amp; Economic Impact</a:t>
            </a:r>
          </a:p>
          <a:p>
            <a:pPr/>
            <a:r>
              <a:rPr sz="1600"/>
              <a:t>Building a Sustainable Future, Together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Financials &amp; 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Strong Revenue Growth Projections (Transaction Fees)</a:t>
            </a:r>
          </a:p>
          <a:p>
            <a:pPr/>
            <a:r>
              <a:rPr sz="1600"/>
              <a:t>Highly Scalable Business Model</a:t>
            </a:r>
          </a:p>
          <a:p>
            <a:pPr/>
            <a:r>
              <a:rPr sz="1600"/>
              <a:t>Seeking Seed Investment for Platform Development &amp; Team Expansion</a:t>
            </a:r>
          </a:p>
          <a:p>
            <a:pPr/>
            <a:r>
              <a:rPr sz="1600"/>
              <a:t>Join Us in Revolutionizing Carbon Offsetting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