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everyone. We are LendAI, and we're here to revolutionize how small businesses access the capital they need to grow. Our mission is simple: to provide intelligent, accessible funding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is clear: small businesses, despite being economic drivers, are consistently underserved by traditional finance. They face a funding gap that prevents them from expanding, hiring, and innovating.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LendAI's solution is built on cutting-edge AI. We move beyond traditional credit scores, using a holistic data approach to assess risk accurately and efficiently. This allows us to offer fast, fair, and flexible micro-loans.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process is designed for simplicity and speed. A business can apply, get approved, and receive funds all within a single business day, removing the friction and delays common in traditional lending.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market is enormous and ripe for disruption. By serving this overlooked segment, LendAI not only builds a profitable business but also creates a profound positive impact on communities and economies.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competitive edge lies in our technology and our focus. We're faster, smarter, and more inclusive than existing options, allowing us to serve a broader market more effectively and profitably.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vision extends beyond just micro-loans. We aim to be a comprehensive financial partner for small businesses, leveraging AI to support their entire growth journey and remove financial barriers.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seeking $5 million in seed funding to scale our operations, enhance our technology, and expand our reach. This is an opportunity to invest in a company that is not only poised for significant financial returns but also driving meaningful economic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AI micro-loans for small businesses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LendAI: Intelligent Capital for Small Business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AI-Powered Micro-loans</a:t>
            </a:r>
          </a:p>
          <a:p>
            <a:pPr/>
            <a:r>
              <a:t>Unlocking Economic Potential for Underserved Businesses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Small Business Funding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Traditional lenders overlook small businesses due to perceived high risk, lack of collateral, or insufficient credit history.</a:t>
            </a:r>
          </a:p>
          <a:p>
            <a:pPr/>
            <a:r>
              <a:t>Slow, cumbersome application processes can take weeks or months, missing critical growth opportunities.</a:t>
            </a:r>
          </a:p>
          <a:p>
            <a:pPr/>
            <a:r>
              <a:t>High rejection rates for vital capital stifle innovation and job creation.</a:t>
            </a:r>
          </a:p>
          <a:p>
            <a:pPr/>
            <a:r>
              <a:t>This creates a multi-billion dollar unmet demand for capital under $100,000.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LendAI's AI-Driven Micro-loans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Proprietary AI algorithm analyzes diverse data points (transaction history, social media, market trends) for comprehensive creditworthiness.</a:t>
            </a:r>
          </a:p>
          <a:p>
            <a:pPr/>
            <a:r>
              <a:t>Automated, streamlined application and approval process in minutes, not weeks.</a:t>
            </a:r>
          </a:p>
          <a:p>
            <a:pPr/>
            <a:r>
              <a:t>Tailored loan products from $500 to $50,000, designed for flexibility.</a:t>
            </a:r>
          </a:p>
          <a:p>
            <a:pPr/>
            <a:r>
              <a:t>Lower operational costs translate to better rates and terms for borrowers.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Works: Seamless Lending, Intelligent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Business applies online, securely connecting existing data sources (e.g., accounting software, bank accounts).</a:t>
            </a:r>
          </a:p>
          <a:p>
            <a:pPr/>
            <a:r>
              <a:t>2. AI instantly assesses risk, verifies identity, and determines loan eligibility and terms.</a:t>
            </a:r>
          </a:p>
          <a:p>
            <a:pPr/>
            <a:r>
              <a:t>3. Funds disbursed directly to the business's bank account within hours of approval.</a:t>
            </a:r>
          </a:p>
          <a:p>
            <a:pPr/>
            <a:r>
              <a:t>4. Automated repayment tracking and proactive support for borrowers.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Over 33 million small businesses in the US alone, with significant unmet demand for capital.</a:t>
            </a:r>
          </a:p>
          <a:p>
            <a:pPr/>
            <a:r>
              <a:t>Targeting a segment of the $1.5 trillion small business lending market.</a:t>
            </a:r>
          </a:p>
          <a:p>
            <a:pPr/>
            <a:r>
              <a:t>Empowering local economies, fostering job creation, and promoting financial inclusion.</a:t>
            </a:r>
          </a:p>
          <a:p>
            <a:pPr/>
            <a:r>
              <a:t>Scalable model with potential for global expansion into similar underserved markets.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Advantage: Speed, Data, and 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Superior AI risk assessment leads to lower default rates compared to manual underwriting.</a:t>
            </a:r>
          </a:p>
          <a:p>
            <a:pPr/>
            <a:r>
              <a:t>Unmatched speed from application to funding, a critical differentiator for small businesses.</a:t>
            </a:r>
          </a:p>
          <a:p>
            <a:pPr/>
            <a:r>
              <a:t>Access to capital for businesses traditionally excluded by banks and even some fintech lenders.</a:t>
            </a:r>
          </a:p>
          <a:p>
            <a:pPr/>
            <a:r>
              <a:t>Lower overheads and operational efficiency allow for competitive pricing and higher margins.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Vision: Reshaping Small Business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Become the leading AI-powered micro-lender for small businesses globally.</a:t>
            </a:r>
          </a:p>
          <a:p>
            <a:pPr/>
            <a:r>
              <a:t>Continuously enhance our AI models for predictive accuracy and personalized financial products.</a:t>
            </a:r>
          </a:p>
          <a:p>
            <a:pPr/>
            <a:r>
              <a:t>Expand into adjacent financial services, becoming a holistic financial partner for small businesses.</a:t>
            </a:r>
          </a:p>
          <a:p>
            <a:pPr/>
            <a:r>
              <a:t>Foster a future where capital access is never a barrier to entrepreneurial success.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Ask: Join Us in Building the Future of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Seeking $5 Million in Seed Funding to:</a:t>
            </a:r>
          </a:p>
          <a:p>
            <a:pPr/>
            <a:r>
              <a:t>- Scale our AI platform and expand our engineering team.</a:t>
            </a:r>
          </a:p>
          <a:p>
            <a:pPr/>
            <a:r>
              <a:t>- Launch targeted marketing campaigns to accelerate customer acquisition.</a:t>
            </a:r>
          </a:p>
          <a:p>
            <a:pPr/>
            <a:r>
              <a:t>- Grow our loan book and operational capacity.</a:t>
            </a:r>
          </a:p>
          <a:p>
            <a:pPr/>
            <a:r>
              <a:t>Opportunity to invest in a high-growth, high-impact fintech venture with strong returns.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