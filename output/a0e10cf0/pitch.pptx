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Pitch: KIROS is a sustainability-driven startup focused on revolutionizing carbon management and ren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KIROS: Revolutionizing Sustainable Investment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Empowering individuals and businesses to fight climate change</a:t>
            </a:r>
          </a:p>
          <a:p>
            <a:pPr/>
            <a:r>
              <a:rPr sz="1600"/>
              <a:t>Merging clean energy investment with carbon credit trading</a:t>
            </a:r>
          </a:p>
          <a:p>
            <a:pPr/>
            <a:r>
              <a:rPr sz="1600"/>
              <a:t>Making sustainability profitable, transparent, and accessible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Challenge: Climate Change &amp; Inaccessible Green Finance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Urgent need for climate action and green project funding</a:t>
            </a:r>
          </a:p>
          <a:p>
            <a:pPr/>
            <a:r>
              <a:rPr sz="1600"/>
              <a:t>Complex and opaque carbon credit markets</a:t>
            </a:r>
          </a:p>
          <a:p>
            <a:pPr/>
            <a:r>
              <a:rPr sz="1600"/>
              <a:t>Lack of accessible, transparent investment opportunities for individuals</a:t>
            </a:r>
          </a:p>
          <a:p>
            <a:pPr/>
            <a:r>
              <a:rPr sz="1600"/>
              <a:t>Difficulty for businesses to track and offset their true environmental impact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The KIROS Dual-Layer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**Layer 1: Clean Energy Generation &amp; Micro-Investment:** Fund verified renewable energy projects globally</a:t>
            </a:r>
          </a:p>
          <a:p>
            <a:pPr/>
            <a:r>
              <a:rPr sz="1600"/>
              <a:t>**Layer 2: Carbon Credit Trading Marketplace:** Buy, sell, and earn verified carbon credits</a:t>
            </a:r>
          </a:p>
          <a:p>
            <a:pPr/>
            <a:r>
              <a:rPr sz="1600"/>
              <a:t>Smart technology and AI analytics for project vetting and impact tracking</a:t>
            </a:r>
          </a:p>
          <a:p>
            <a:pPr/>
            <a:r>
              <a:rPr sz="1600"/>
              <a:t>Promoting transparency, accessibility, and profitability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KIROS Works: Fund, Earn, Track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**Fund Green Projects:** Invest in solar farms, wind energy, reforestation, etc., with fractional ownership</a:t>
            </a:r>
          </a:p>
          <a:p>
            <a:pPr/>
            <a:r>
              <a:rPr sz="1600"/>
              <a:t>**Earn Verified Carbon Credits:** Receive credits generated by the projects you fund, or trade them on our marketplace</a:t>
            </a:r>
          </a:p>
          <a:p>
            <a:pPr/>
            <a:r>
              <a:rPr sz="1600"/>
              <a:t>**Track Your Impact:** Real-time dashboards show your environmental contribution and financial returns</a:t>
            </a:r>
          </a:p>
          <a:p>
            <a:pPr/>
            <a:r>
              <a:rPr sz="1600"/>
              <a:t>AI-driven project selection and performance monitoring for maximum impact and security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Differentiators &amp; 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**Transparency:** Blockchain-verified credits and project data</a:t>
            </a:r>
          </a:p>
          <a:p>
            <a:pPr/>
            <a:r>
              <a:rPr sz="1600"/>
              <a:t>**Accessibility:** Micro-investment opportunities for all budgets</a:t>
            </a:r>
          </a:p>
          <a:p>
            <a:pPr/>
            <a:r>
              <a:rPr sz="1600"/>
              <a:t>**Profitability:** Earn returns from clean energy projects and carbon credit appreciation</a:t>
            </a:r>
          </a:p>
          <a:p>
            <a:pPr/>
            <a:r>
              <a:rPr sz="1600"/>
              <a:t>**Real-time Impact:** Track your environmental footprint and contributions instantly</a:t>
            </a:r>
          </a:p>
          <a:p>
            <a:pPr/>
            <a:r>
              <a:rPr sz="1600"/>
              <a:t>**Dual-Layer Synergy:** Unifying investment and carbon management in one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 &amp;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**Global Carbon Market:** Projected to reach $2.7 trillion by 2027 (BloombergNEF)</a:t>
            </a:r>
          </a:p>
          <a:p>
            <a:pPr/>
            <a:r>
              <a:rPr sz="1600"/>
              <a:t>**Renewable Energy Investment:** Over $300 billion invested annually, growing rapidly</a:t>
            </a:r>
          </a:p>
          <a:p>
            <a:pPr/>
            <a:r>
              <a:rPr sz="1600"/>
              <a:t>**ESG Investing:** Mainstream adoption, with trillions under management</a:t>
            </a:r>
          </a:p>
          <a:p>
            <a:pPr/>
            <a:r>
              <a:rPr sz="1600"/>
              <a:t>Growing demand from individuals and SMEs for verifiable sustainability solutions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Vision: A Greener, More Equitable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Democratize access to climate finance and carbon markets</a:t>
            </a:r>
          </a:p>
          <a:p>
            <a:pPr/>
            <a:r>
              <a:rPr sz="1600"/>
              <a:t>Accelerate the transition to a net-zero economy</a:t>
            </a:r>
          </a:p>
          <a:p>
            <a:pPr/>
            <a:r>
              <a:rPr sz="1600"/>
              <a:t>Empower a global community of climate investors</a:t>
            </a:r>
          </a:p>
          <a:p>
            <a:pPr/>
            <a:r>
              <a:rPr sz="1600"/>
              <a:t>Become the leading platform for transparent and profitable sustainability engagement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