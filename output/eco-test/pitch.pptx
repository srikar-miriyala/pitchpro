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all see the headlines – plastic waste is overwhelming our planet. Consumers are demanding change, and governments are enacting stricter regulations. This isn't just a problem; it's a multi-billion dollar opportunity for innovative solutions, especially when we look at the vast amounts of agricultural waste currently going unused.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AgriPack Innovations offers the answer. We've developed a process to create durable, functional packaging that completely breaks down, leaving no trace. Our materials are not just green; they're designed to meet the performance demands of various industries, providing a guilt-free choice for brands and consumers.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market for packaging is enormous, and the sustainable segment is exploding. We're not just targeting any company; we're focusing on forward-thinking brands that are actively seeking to reduce their environmental footprint and enhance their brand image through genuine sustainability. Our B2B model allows us to integrate directly into their supply chains.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core strength lies in our technology. We've developed a unique process that efficiently converts agricultural waste into a high-quality pulp, which is then molded into various packaging forms. This process is not only environmentally friendly but also engineered for scalability and cost-effectiveness, giving us a significant competitive edge.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business model is straightforward: we sell our sustainable packaging directly to businesses. We've already demonstrated market validation through successful pilot programs and have a robust pipeline of potential clients eager to integrate our solutions. This early traction proves the demand for what we offer.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team brings together deep expertise in sustainable materials, engineering, and business leadership. Dr. Sharma's strategic vision and Mark Chen's technical brilliance are complemented by an advisory board that provides invaluable industry insights and connections, ensuring we have the right talent to execute our vision.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financial projections demonstrate a clear path to profitability and significant growth. We are seeking $2.5 million in seed funding to move beyond pilot projects, establish our first commercial-scale facility, and expand our R&amp;D capabilities to develop even more innovative products. This investment will unlock substantial returns as we capture market share.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AgriPack Innovations isn't just a packaging company; we're a movement towards a more sustainable future. By investing in us, you're not just backing a business; you're supporting a solution that tackles plastic pollution, reduces agricultural waste, and creates a truly circular economy. Join us in packaging a better future.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Pitch: Sustainable packaging made from agricultural waste</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Packaging Crisis &amp; Opportunity</a:t>
            </a:r>
          </a:p>
        </p:txBody>
      </p:sp>
      <p:sp>
        <p:nvSpPr>
          <p:cNvPr id="3" name="Content Placeholder 2"/>
          <p:cNvSpPr>
            <a:spLocks noGrp="1"/>
          </p:cNvSpPr>
          <p:nvPr>
            <p:ph idx="1"/>
          </p:nvPr>
        </p:nvSpPr>
        <p:spPr/>
        <p:txBody>
          <a:bodyPr/>
          <a:lstStyle/>
          <a:p/>
          <a:p>
            <a:pPr/>
            <a:r>
              <a:t>Global plastic pollution reaching critical levels</a:t>
            </a:r>
          </a:p>
          <a:p>
            <a:pPr/>
            <a:r>
              <a:t>Surging consumer demand for truly sustainable options</a:t>
            </a:r>
          </a:p>
          <a:p>
            <a:pPr/>
            <a:r>
              <a:t>Increasing regulatory pressure on businesses worldwide</a:t>
            </a:r>
          </a:p>
          <a:p>
            <a:pPr/>
            <a:r>
              <a:t>Agricultural waste: an abundant, untapped resource for new materials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Introducing AgriPack Innovations: Our Sustainable Solution</a:t>
            </a:r>
          </a:p>
        </p:txBody>
      </p:sp>
      <p:sp>
        <p:nvSpPr>
          <p:cNvPr id="3" name="Content Placeholder 2"/>
          <p:cNvSpPr>
            <a:spLocks noGrp="1"/>
          </p:cNvSpPr>
          <p:nvPr>
            <p:ph idx="1"/>
          </p:nvPr>
        </p:nvSpPr>
        <p:spPr/>
        <p:txBody>
          <a:bodyPr/>
          <a:lstStyle/>
          <a:p/>
          <a:p>
            <a:pPr/>
            <a:r>
              <a:t>High-performance, 100% biodegradable packaging</a:t>
            </a:r>
          </a:p>
          <a:p>
            <a:pPr/>
            <a:r>
              <a:t>Made entirely from agricultural waste (e.g., rice husks, straw, bagasse)</a:t>
            </a:r>
          </a:p>
          <a:p>
            <a:pPr/>
            <a:r>
              <a:t>Versatile applications: food &amp; beverage, cosmetics, electronics, e-commerce</a:t>
            </a:r>
          </a:p>
          <a:p>
            <a:pPr/>
            <a:r>
              <a:t>Competitively priced with superior eco-credentials to traditional plastics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Market &amp; Our Niche</a:t>
            </a:r>
          </a:p>
        </p:txBody>
      </p:sp>
      <p:sp>
        <p:nvSpPr>
          <p:cNvPr id="3" name="Content Placeholder 2"/>
          <p:cNvSpPr>
            <a:spLocks noGrp="1"/>
          </p:cNvSpPr>
          <p:nvPr>
            <p:ph idx="1"/>
          </p:nvPr>
        </p:nvSpPr>
        <p:spPr/>
        <p:txBody>
          <a:bodyPr/>
          <a:lstStyle/>
          <a:p/>
          <a:p>
            <a:pPr/>
            <a:r>
              <a:t>Global packaging market valued at over $1 Trillion</a:t>
            </a:r>
          </a:p>
          <a:p>
            <a:pPr/>
            <a:r>
              <a:t>Sustainable packaging segment growing at 10%+ CAGR</a:t>
            </a:r>
          </a:p>
          <a:p>
            <a:pPr/>
            <a:r>
              <a:t>Target segments: Brands committed to ESG goals in F&amp;B, Cosmetics, and E-commerce</a:t>
            </a:r>
          </a:p>
          <a:p>
            <a:pPr/>
            <a:r>
              <a:t>Focus on B2B partnerships for custom and bulk material supply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Our Innovative Process &amp; Technology</a:t>
            </a:r>
          </a:p>
        </p:txBody>
      </p:sp>
      <p:sp>
        <p:nvSpPr>
          <p:cNvPr id="3" name="Content Placeholder 2"/>
          <p:cNvSpPr>
            <a:spLocks noGrp="1"/>
          </p:cNvSpPr>
          <p:nvPr>
            <p:ph idx="1"/>
          </p:nvPr>
        </p:nvSpPr>
        <p:spPr/>
        <p:txBody>
          <a:bodyPr/>
          <a:lstStyle/>
          <a:p/>
          <a:p>
            <a:pPr/>
            <a:r>
              <a:t>Proprietary bio-pulping and molding technology</a:t>
            </a:r>
          </a:p>
          <a:p>
            <a:pPr/>
            <a:r>
              <a:t>Low energy consumption and minimal water usage in production</a:t>
            </a:r>
          </a:p>
          <a:p>
            <a:pPr/>
            <a:r>
              <a:t>Scalable manufacturing process designed for efficiency</a:t>
            </a:r>
          </a:p>
          <a:p>
            <a:pPr/>
            <a:r>
              <a:t>IP protected with multiple patents pending for our unique material composition and process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Business Model &amp; Traction</a:t>
            </a:r>
          </a:p>
        </p:txBody>
      </p:sp>
      <p:sp>
        <p:nvSpPr>
          <p:cNvPr id="3" name="Content Placeholder 2"/>
          <p:cNvSpPr>
            <a:spLocks noGrp="1"/>
          </p:cNvSpPr>
          <p:nvPr>
            <p:ph idx="1"/>
          </p:nvPr>
        </p:nvSpPr>
        <p:spPr/>
        <p:txBody>
          <a:bodyPr/>
          <a:lstStyle/>
          <a:p/>
          <a:p>
            <a:pPr/>
            <a:r>
              <a:t>Primary revenue from direct B2B sales of packaging materials and finished products</a:t>
            </a:r>
          </a:p>
          <a:p>
            <a:pPr/>
            <a:r>
              <a:t>Additional revenue from custom design, tooling, and licensing opportunities</a:t>
            </a:r>
          </a:p>
          <a:p>
            <a:pPr/>
            <a:r>
              <a:t>Successful pilot projects completed with two major food producers</a:t>
            </a:r>
          </a:p>
          <a:p>
            <a:pPr/>
            <a:r>
              <a:t>Strong pipeline of interested clients, including a global cosmetics brand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Team Behind the Green Revolution</a:t>
            </a:r>
          </a:p>
        </p:txBody>
      </p:sp>
      <p:sp>
        <p:nvSpPr>
          <p:cNvPr id="3" name="Content Placeholder 2"/>
          <p:cNvSpPr>
            <a:spLocks noGrp="1"/>
          </p:cNvSpPr>
          <p:nvPr>
            <p:ph idx="1"/>
          </p:nvPr>
        </p:nvSpPr>
        <p:spPr/>
        <p:txBody>
          <a:bodyPr/>
          <a:lstStyle/>
          <a:p/>
          <a:p>
            <a:pPr/>
            <a:r>
              <a:t>Dr. Anya Sharma, CEO: 15+ years in sustainable materials and supply chain management</a:t>
            </a:r>
          </a:p>
          <a:p>
            <a:pPr/>
            <a:r>
              <a:t>Mark Chen, CTO: PhD in Biomaterials Engineering, 10+ patents in bioplastics</a:t>
            </a:r>
          </a:p>
          <a:p>
            <a:pPr/>
            <a:r>
              <a:t>Advisory Board: Includes former Head of Packaging Innovation at Unilever and a leading agricultural economist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Financial Projections &amp; The Ask</a:t>
            </a:r>
          </a:p>
        </p:txBody>
      </p:sp>
      <p:sp>
        <p:nvSpPr>
          <p:cNvPr id="3" name="Content Placeholder 2"/>
          <p:cNvSpPr>
            <a:spLocks noGrp="1"/>
          </p:cNvSpPr>
          <p:nvPr>
            <p:ph idx="1"/>
          </p:nvPr>
        </p:nvSpPr>
        <p:spPr/>
        <p:txBody>
          <a:bodyPr/>
          <a:lstStyle/>
          <a:p/>
          <a:p>
            <a:pPr/>
            <a:r>
              <a:t>Projected revenue growth from $150K (Y1) to $5M (Y3)</a:t>
            </a:r>
          </a:p>
          <a:p>
            <a:pPr/>
            <a:r>
              <a:t>Achieving profitability by Year 3 through scaling and operational efficiency</a:t>
            </a:r>
          </a:p>
          <a:p>
            <a:pPr/>
            <a:r>
              <a:t>Seeking $2.5M seed funding to scale production, expand R&amp;D, and accelerate market penetration</a:t>
            </a:r>
          </a:p>
          <a:p>
            <a:pPr/>
            <a:r>
              <a:t>Funds will secure our first full-scale manufacturing facility and key hires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Join Us: Package a Better Future</a:t>
            </a:r>
          </a:p>
        </p:txBody>
      </p:sp>
      <p:sp>
        <p:nvSpPr>
          <p:cNvPr id="3" name="Content Placeholder 2"/>
          <p:cNvSpPr>
            <a:spLocks noGrp="1"/>
          </p:cNvSpPr>
          <p:nvPr>
            <p:ph idx="1"/>
          </p:nvPr>
        </p:nvSpPr>
        <p:spPr/>
        <p:txBody>
          <a:bodyPr/>
          <a:lstStyle/>
          <a:p/>
          <a:p>
            <a:pPr/>
            <a:r>
              <a:t>Address critical environmental challenges with a tangible solution</a:t>
            </a:r>
          </a:p>
          <a:p>
            <a:pPr/>
            <a:r>
              <a:t>Invest in a truly circular economy model, turning waste into value</a:t>
            </a:r>
          </a:p>
          <a:p>
            <a:pPr/>
            <a:r>
              <a:t>Partner with AgriPack Innovations to redefine sustainable packaging for generations to come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