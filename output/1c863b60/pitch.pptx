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Sustainable fashion rental service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Fashion Dilemma: Style vs.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Fast fashion's environmental toll: 10% of global carbon emissions, massive textile waste.</a:t>
            </a:r>
          </a:p>
          <a:p>
            <a:pPr/>
            <a:r>
              <a:rPr sz="1600"/>
              <a:t>High cost of ownership for quality, sustainable garments.</a:t>
            </a:r>
          </a:p>
          <a:p>
            <a:pPr/>
            <a:r>
              <a:rPr sz="1600"/>
              <a:t>Limited wardrobe versatility and 'wear once' culture for special occasions.</a:t>
            </a:r>
          </a:p>
          <a:p>
            <a:pPr/>
            <a:r>
              <a:rPr sz="1600"/>
              <a:t>Growing consumer demand for ethical and eco-friendly choices.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[Your Brand Name] - Sustainable Style, On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Curated collection of high-quality, certified sustainable fashion brands.</a:t>
            </a:r>
          </a:p>
          <a:p>
            <a:pPr/>
            <a:r>
              <a:rPr sz="1600"/>
              <a:t>Flexible rental periods: from weekend events to monthly subscriptions.</a:t>
            </a:r>
          </a:p>
          <a:p>
            <a:pPr/>
            <a:r>
              <a:rPr sz="1600"/>
              <a:t>Seamless online platform for browsing, booking, and returns.</a:t>
            </a:r>
          </a:p>
          <a:p>
            <a:pPr/>
            <a:r>
              <a:rPr sz="1600"/>
              <a:t>Professional, eco-friendly cleaning and maintenance extending garment life.</a:t>
            </a:r>
          </a:p>
          <a:p>
            <a:pPr/>
            <a:r>
              <a:rPr sz="1600"/>
              <a:t>Empowering a circular fashion economy.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Opportunity: A Conscious Consumer Boom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Global fashion rental market projected to reach $4.4 billion by 2028.</a:t>
            </a:r>
          </a:p>
          <a:p>
            <a:pPr/>
            <a:r>
              <a:rPr sz="1600"/>
              <a:t>Millennials and Gen Z driving demand for sustainable and shared economy services.</a:t>
            </a:r>
          </a:p>
          <a:p>
            <a:pPr/>
            <a:r>
              <a:rPr sz="1600"/>
              <a:t>Target demographics: Eco-conscious fashionistas, event-goers, budget-savvy professionals.</a:t>
            </a:r>
          </a:p>
          <a:p>
            <a:pPr/>
            <a:r>
              <a:rPr sz="1600"/>
              <a:t>Partnerships with sustainable brands seeking wider reach and reduced waste.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Business Model: Circular &amp; Profitable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Revenue Streams: Per-item rental fees, tiered subscription packages.</a:t>
            </a:r>
          </a:p>
          <a:p>
            <a:pPr/>
            <a:r>
              <a:rPr sz="1600"/>
              <a:t>Strategic Partnerships: Collaborations with sustainable designers for exclusive collections.</a:t>
            </a:r>
          </a:p>
          <a:p>
            <a:pPr/>
            <a:r>
              <a:rPr sz="1600"/>
              <a:t>Efficient Logistics: Optimized inventory management, eco-friendly shipping, in-house cleaning.</a:t>
            </a:r>
          </a:p>
          <a:p>
            <a:pPr/>
            <a:r>
              <a:rPr sz="1600"/>
              <a:t>Value Proposition: Access to premium fashion, reduced environmental footprint, cost savings for consumers.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Advantage: Beyond Just Rental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Exclusive focus on certified sustainable and ethical brands.</a:t>
            </a:r>
          </a:p>
          <a:p>
            <a:pPr/>
            <a:r>
              <a:rPr sz="1600"/>
              <a:t>AI-powered personalization for style recommendations and fit guidance.</a:t>
            </a:r>
          </a:p>
          <a:p>
            <a:pPr/>
            <a:r>
              <a:rPr sz="1600"/>
              <a:t>Superior garment care and repair protocols, maximizing lifespan.</a:t>
            </a:r>
          </a:p>
          <a:p>
            <a:pPr/>
            <a:r>
              <a:rPr sz="1600"/>
              <a:t>Community building: Styling tips, sustainability insights, member events.</a:t>
            </a:r>
          </a:p>
          <a:p>
            <a:pPr/>
            <a:r>
              <a:rPr sz="1600"/>
              <a:t>Strong brand storytelling around impact and transparency.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Projections: Path to Profitability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Strong revenue growth driven by subscriber acquisition and increased rental frequency.</a:t>
            </a:r>
          </a:p>
          <a:p>
            <a:pPr/>
            <a:r>
              <a:rPr sz="1600"/>
              <a:t>Healthy profit margins through efficient inventory utilization and operational scaling.</a:t>
            </a:r>
          </a:p>
          <a:p>
            <a:pPr/>
            <a:r>
              <a:rPr sz="1600"/>
              <a:t>Initial investment focused on inventory build-out, technology development, and targeted marketing.</a:t>
            </a:r>
          </a:p>
          <a:p>
            <a:pPr/>
            <a:r>
              <a:rPr sz="1600"/>
              <a:t>Projected positive cash flow by end of Year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Us: Revolutionizing Fashion for a Sustainable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Seeking $1.5M seed funding for inventory expansion, platform enhancement, and marketing.</a:t>
            </a:r>
          </a:p>
          <a:p>
            <a:pPr/>
            <a:r>
              <a:rPr sz="1600"/>
              <a:t>Opportunity to invest in a high-growth, impact-driven business.</a:t>
            </a:r>
          </a:p>
          <a:p>
            <a:pPr/>
            <a:r>
              <a:rPr sz="1600"/>
              <a:t>Be part of the solution to fashion's environmental crisis.</a:t>
            </a:r>
          </a:p>
          <a:p>
            <a:pPr/>
            <a:r>
              <a:rPr sz="1600"/>
              <a:t>Together, we can make sustainable style accessible to everyone.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