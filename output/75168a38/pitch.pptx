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Develop a smart parking system that uses computer vision and sensors to guide drivers to avai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Parking Predicament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Wasted time and fuel searching for spaces (average 15-20 mins per trip)</a:t>
            </a:r>
          </a:p>
          <a:p>
            <a:pPr/>
            <a:r>
              <a:rPr sz="1600"/>
              <a:t>Urban congestion and increased pollution</a:t>
            </a:r>
          </a:p>
          <a:p>
            <a:pPr/>
            <a:r>
              <a:rPr sz="1600"/>
              <a:t>Frustrating, outdated payment methods</a:t>
            </a:r>
          </a:p>
          <a:p>
            <a:pPr/>
            <a:r>
              <a:rPr sz="1600"/>
              <a:t>Underutilized parking assets and lost revenue for operators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ParkSense: The Future of Parking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AI-powered computer vision &amp; sensor network for real-time detection</a:t>
            </a:r>
          </a:p>
          <a:p>
            <a:pPr/>
            <a:r>
              <a:rPr sz="1600"/>
              <a:t>Seamless navigation to the nearest open space via mobile app</a:t>
            </a:r>
          </a:p>
          <a:p>
            <a:pPr/>
            <a:r>
              <a:rPr sz="1600"/>
              <a:t>Automated, cashless payment upon exit or duration</a:t>
            </a:r>
          </a:p>
          <a:p>
            <a:pPr/>
            <a:r>
              <a:rPr sz="1600"/>
              <a:t>Comprehensive solution for both drivers and parking operators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A Seamless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**Detect:** Sensors &amp; cameras accurately identify open spaces in real-time.</a:t>
            </a:r>
          </a:p>
          <a:p>
            <a:pPr/>
            <a:r>
              <a:rPr sz="1600"/>
              <a:t>**Guide:** Mobile app provides turn-by-turn directions to the chosen spot.</a:t>
            </a:r>
          </a:p>
          <a:p>
            <a:pPr/>
            <a:r>
              <a:rPr sz="1600"/>
              <a:t>**Park:** Arrive directly at your designated space, no more circling.</a:t>
            </a:r>
          </a:p>
          <a:p>
            <a:pPr/>
            <a:r>
              <a:rPr sz="1600"/>
              <a:t>**Pay:** Automated payment processing linked to your vehicle or account.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Global smart parking market projected to reach $6.5B by 2027 (CAGR of 18%)</a:t>
            </a:r>
          </a:p>
          <a:p>
            <a:pPr/>
            <a:r>
              <a:rPr sz="1600"/>
              <a:t>Target Customers: Municipalities, private parking garages, corporate campuses, airports, retail centers</a:t>
            </a:r>
          </a:p>
          <a:p>
            <a:pPr/>
            <a:r>
              <a:rPr sz="1600"/>
              <a:t>Benefits: Reduced congestion, increased parking revenue, enhanced user experience, valuable urban planning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**Hardware Installation &amp; Setup Fee:** One-time charge per parking facility.</a:t>
            </a:r>
          </a:p>
          <a:p>
            <a:pPr/>
            <a:r>
              <a:rPr sz="1600"/>
              <a:t>**Software-as-a-Service (SaaS) Subscription:** Recurring monthly/annual fee for platform access, data analytics, and maintenance.</a:t>
            </a:r>
          </a:p>
          <a:p>
            <a:pPr/>
            <a:r>
              <a:rPr sz="1600"/>
              <a:t>**Transaction Fees:** Small percentage on automated payments processed through our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**Hybrid Technology:** Superior accuracy and reliability with combined CV + sensor fusion.</a:t>
            </a:r>
          </a:p>
          <a:p>
            <a:pPr/>
            <a:r>
              <a:rPr sz="1600"/>
              <a:t>**End-to-End Solution:** From guidance to automated payment, a truly seamless experience.</a:t>
            </a:r>
          </a:p>
          <a:p>
            <a:pPr/>
            <a:r>
              <a:rPr sz="1600"/>
              <a:t>**Scalability:** Adaptable to diverse environments (street, garage, lot) and varying scales.</a:t>
            </a:r>
          </a:p>
          <a:p>
            <a:pPr/>
            <a:r>
              <a:rPr sz="1600"/>
              <a:t>**Data Intelligence:** Robust analytics platform for operators to optimize pricing and utilization.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Ask: Join Us in Transforming Urban Mobility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Seeking $2.5 million in seed funding.</a:t>
            </a:r>
          </a:p>
          <a:p>
            <a:pPr/>
            <a:r>
              <a:rPr sz="1600"/>
              <a:t>Funds will be allocated to: Scaling R&amp;D, expanding pilot programs, building out sales &amp; marketing teams.</a:t>
            </a:r>
          </a:p>
          <a:p>
            <a:pPr/>
            <a:r>
              <a:rPr sz="1600"/>
              <a:t>Our vision: Make parking a forgotten frustration, not a daily ordeal.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