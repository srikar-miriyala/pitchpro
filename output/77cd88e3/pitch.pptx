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Create a farmer-to-customer marketplace that eliminates middlemen, allowing direct sale of 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FarmDirect AI: Reimagining the Food Supply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Harvesting Fair Prices: Direct from Farm to Your Table, Powered by AI</a:t>
            </a:r>
          </a:p>
          <a:p>
            <a:pPr/>
            <a:r>
              <a:rPr sz="1600"/>
              <a:t>Connecting Farmers &amp; Consumers, Intelligently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Broken Food Chain: A Problem for Everyone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Farmers struggle with low margins due to multiple intermediaries.</a:t>
            </a:r>
          </a:p>
          <a:p>
            <a:pPr/>
            <a:r>
              <a:rPr sz="1600"/>
              <a:t>Consumers pay premium prices for produce that often lacks freshness.</a:t>
            </a:r>
          </a:p>
          <a:p>
            <a:pPr/>
            <a:r>
              <a:rPr sz="1600"/>
              <a:t>Lack of transparency in pricing and origin.</a:t>
            </a:r>
          </a:p>
          <a:p>
            <a:pPr/>
            <a:r>
              <a:rPr sz="1600"/>
              <a:t>Significant food waste due to inefficient logistics and oversupply.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FarmDirect AI - Direct, Transparent, Intelligent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 direct farmer-to-customer marketplace for fresh produce.</a:t>
            </a:r>
          </a:p>
          <a:p>
            <a:pPr/>
            <a:r>
              <a:rPr sz="1600"/>
              <a:t>Eliminates middlemen, increasing farmer profits and lowering consumer costs.</a:t>
            </a:r>
          </a:p>
          <a:p>
            <a:pPr/>
            <a:r>
              <a:rPr sz="1600"/>
              <a:t>Proprietary AI-based price prediction for optimal, fair pricing.</a:t>
            </a:r>
          </a:p>
          <a:p>
            <a:pPr/>
            <a:r>
              <a:rPr sz="1600"/>
              <a:t>Focus on freshness, quality, and local sourcing.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Seamless Connection, Smart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Farmers list available produce with AI-suggested pricing.</a:t>
            </a:r>
          </a:p>
          <a:p>
            <a:pPr/>
            <a:r>
              <a:rPr sz="1600"/>
              <a:t>Customers browse, select, and order directly from local farms.</a:t>
            </a:r>
          </a:p>
          <a:p>
            <a:pPr/>
            <a:r>
              <a:rPr sz="1600"/>
              <a:t>Integrated logistics for efficient and timely delivery.</a:t>
            </a:r>
          </a:p>
          <a:p>
            <a:pPr/>
            <a:r>
              <a:rPr sz="1600"/>
              <a:t>Secure payment processing and transparent transaction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Advantage: Fair Prices, Optimal Yields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Analyzes real-time market demand, weather patterns, and historical data.</a:t>
            </a:r>
          </a:p>
          <a:p>
            <a:pPr/>
            <a:r>
              <a:rPr sz="1600"/>
              <a:t>Suggests optimal pricing to maximize farmer income and consumer value.</a:t>
            </a:r>
          </a:p>
          <a:p>
            <a:pPr/>
            <a:r>
              <a:rPr sz="1600"/>
              <a:t>Reduces food waste by matching supply with demand more accurately.</a:t>
            </a:r>
          </a:p>
          <a:p>
            <a:pPr/>
            <a:r>
              <a:rPr sz="1600"/>
              <a:t>Provides farmers with insights for future planting and yield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Multi-billion dollar fresh produce market ripe for disruption.</a:t>
            </a:r>
          </a:p>
          <a:p>
            <a:pPr/>
            <a:r>
              <a:rPr sz="1600"/>
              <a:t>Growing consumer demand for local, organic, and transparently sourced food.</a:t>
            </a:r>
          </a:p>
          <a:p>
            <a:pPr/>
            <a:r>
              <a:rPr sz="1600"/>
              <a:t>Revenue Model: Commission on sales (e.g., 8-12% per transaction).</a:t>
            </a:r>
          </a:p>
          <a:p>
            <a:pPr/>
            <a:r>
              <a:rPr sz="1600"/>
              <a:t>Future Expansion: Premium farmer analytics, B2B sales to restaurants/institutions.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Projections: Path to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Year 1: Focus on platform launch, farmer onboarding, and initial customer acquisition.</a:t>
            </a:r>
          </a:p>
          <a:p>
            <a:pPr/>
            <a:r>
              <a:rPr sz="1600"/>
              <a:t>Year 2: Scaling operations, expanding geographic reach, and enhancing AI capabilities.</a:t>
            </a:r>
          </a:p>
          <a:p>
            <a:pPr/>
            <a:r>
              <a:rPr sz="1600"/>
              <a:t>Year 3: Significant market penetration, strong brand recognition, and diversified revenue streams.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