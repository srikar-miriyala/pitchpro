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Sustainable fashion rental service</a:t>
            </a:r>
          </a:p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 - EcoChic Rentals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Sustainable Style, Smarter Choices</a:t>
            </a:r>
          </a:p>
          <a:p>
            <a:pPr/>
            <a:r>
              <a:rPr sz="1600"/>
              <a:t>Your Wardrobe, Reimagined.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The Problem with Fast Fashion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Environmental Crisis: Billions of garments wasted annually, massive carbon footprint.</a:t>
            </a:r>
          </a:p>
          <a:p>
            <a:pPr/>
            <a:r>
              <a:rPr sz="1600"/>
              <a:t>Ethical Dilemma: High cost of truly sustainable fashion, limiting access.</a:t>
            </a:r>
          </a:p>
          <a:p>
            <a:pPr/>
            <a:r>
              <a:rPr sz="1600"/>
              <a:t>Consumer Frustration: Desire for variety, but limited budget and closet 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Our Solution: EcoChic Rentals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Curated Collection: Access to high-quality, certified sustainable fashion brands.</a:t>
            </a:r>
          </a:p>
          <a:p>
            <a:pPr/>
            <a:r>
              <a:rPr sz="1600"/>
              <a:t>Flexible Rental: Rent for specific events, daily, weekly, or through subscription tiers.</a:t>
            </a:r>
          </a:p>
          <a:p>
            <a:pPr/>
            <a:r>
              <a:rPr sz="1600"/>
              <a:t>Seamless Experience: Easy online browsing, delivery, professional cleaning, and returns.</a:t>
            </a:r>
          </a:p>
          <a:p>
            <a:pPr/>
            <a:r>
              <a:rPr sz="1600"/>
              <a:t>Circular Economy: Extending garment lifespan, reducing waste, promoting reuse.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Market Opportunity &amp; 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Growing Conscious Consumer Segment: Gen Z &amp; Millennials prioritizing sustainability.</a:t>
            </a:r>
          </a:p>
          <a:p>
            <a:pPr/>
            <a:r>
              <a:rPr sz="1600"/>
              <a:t>Fashion Rental Market: Projected to reach $4.4 billion by 2028 (CAGR of 10.6%).</a:t>
            </a:r>
          </a:p>
          <a:p>
            <a:pPr/>
            <a:r>
              <a:rPr sz="1600"/>
              <a:t>Target Audience: Event-goers, professionals, fashion enthusiasts, and eco-conscious individuals.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Business Model &amp; 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Subscription Tiers: Monthly plans for recurring rentals (e.g., 1-3 items/month).</a:t>
            </a:r>
          </a:p>
          <a:p>
            <a:pPr/>
            <a:r>
              <a:rPr sz="1600"/>
              <a:t>Per-Item Rentals: One-off rentals for special occasions.</a:t>
            </a:r>
          </a:p>
          <a:p>
            <a:pPr/>
            <a:r>
              <a:rPr sz="1600"/>
              <a:t>Brand Partnerships: Wholesale purchasing and consignment agreements with sustainable labels.</a:t>
            </a:r>
          </a:p>
          <a:p>
            <a:pPr/>
            <a:r>
              <a:rPr sz="1600"/>
              <a:t>Potential for Resale: Monetizing retired inventory through a secondary marketplace.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Sustainability Impact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Significant Waste Reduction: Diverting textiles from landfills.</a:t>
            </a:r>
          </a:p>
          <a:p>
            <a:pPr/>
            <a:r>
              <a:rPr sz="1600"/>
              <a:t>Lower Carbon Footprint: Extending garment life, reducing new production.</a:t>
            </a:r>
          </a:p>
          <a:p>
            <a:pPr/>
            <a:r>
              <a:rPr sz="1600"/>
              <a:t>Empowering Ethical Choices: Making sustainable fashion a default, not a luxury.</a:t>
            </a:r>
          </a:p>
          <a:p>
            <a:pPr/>
            <a:r>
              <a:rPr sz="1600"/>
              <a:t>Vision: To be the leading platform for accessible, sustainable fashion, inspiring a global shift towards conscious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Financial Projections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Strong growth trajectory towards profitability.</a:t>
            </a:r>
          </a:p>
          <a:p>
            <a:pPr/>
            <a:r>
              <a:rPr sz="1600"/>
              <a:t>Seeking [X] investment to scale inventory, enhance platform, and expand marketing.</a:t>
            </a:r>
          </a:p>
          <a:p>
            <a:pPr/>
            <a:r>
              <a:rPr sz="1600"/>
              <a:t>Join EcoChic Rentals: Invest in the future of fashion.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