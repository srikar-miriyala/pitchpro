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Pitch: Start a cloud kitchen (no dine-in) serving authentic regional dishes with strong local brandi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Roots Kitchens: Authentic Flavors, Local Reach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Bringing the heart of regional cuisine to your neighborhood.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Market Gap &amp;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Consumers crave authentic regional dishes but struggle with accessibility and consistency.</a:t>
            </a:r>
          </a:p>
          <a:p>
            <a:pPr/>
            <a:r>
              <a:rPr sz="1600"/>
              <a:t>High overheads limit traditional restaurants from specializing in niche, authentic offerings.</a:t>
            </a:r>
          </a:p>
          <a:p>
            <a:pPr/>
            <a:r>
              <a:rPr sz="1600"/>
              <a:t>The booming food delivery market demands quality, convenience, and unique culinary experiences.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Innovative Solution: The Regional Roots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**Cloud Kitchen Efficiency:** Low overhead, optimized for delivery and takeout.</a:t>
            </a:r>
          </a:p>
          <a:p>
            <a:pPr/>
            <a:r>
              <a:rPr sz="1600"/>
              <a:t>**Authentic Regional Menus:** Curated, traditional recipes using high-quality, often locally sourced ingredients.</a:t>
            </a:r>
          </a:p>
          <a:p>
            <a:pPr/>
            <a:r>
              <a:rPr sz="1600"/>
              <a:t>**Strong Local Branding:** Each kitchen/stall has a unique, community-centric identity that resonates locally.</a:t>
            </a:r>
          </a:p>
          <a:p>
            <a:pPr/>
            <a:r>
              <a:rPr sz="1600"/>
              <a:t>**Offline Food Stalls:** Strategic physical presence for expanded reach, sampling, and direct customer engagement.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 &amp; Go-to-Market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**Unrivaled Authenticity:** Deep dive into regional culinary traditions, not just generic 'ethnic' food.</a:t>
            </a:r>
          </a:p>
          <a:p>
            <a:pPr/>
            <a:r>
              <a:rPr sz="1600"/>
              <a:t>**Hybrid Reach:** Dominating both online delivery platforms and local street presence simultaneously.</a:t>
            </a:r>
          </a:p>
          <a:p>
            <a:pPr/>
            <a:r>
              <a:rPr sz="1600"/>
              <a:t>**Community Integration:** Building loyalty through local events, partnerships, and a strong brand narrative.</a:t>
            </a:r>
          </a:p>
          <a:p>
            <a:pPr/>
            <a:r>
              <a:rPr sz="1600"/>
              <a:t>**Scalable Operations:** Efficient cloud kitchen model allows for rapid, cost-effective expansion into new regions and cuisines.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Snapshot &amp;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Projected strong revenue growth and healthy profitability over the next three years.</a:t>
            </a:r>
          </a:p>
          <a:p>
            <a:pPr/>
            <a:r>
              <a:rPr sz="1600"/>
              <a:t>Lean operational model ensures high margins as we scale.</a:t>
            </a:r>
          </a:p>
          <a:p>
            <a:pPr/>
            <a:r>
              <a:rPr sz="1600"/>
              <a:t>Clear path to market leadership in the authentic regional cuisine segment.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 &amp; Our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Seeking $X investment to expand to Y new locations and diversify our regional offerings.</a:t>
            </a:r>
          </a:p>
          <a:p>
            <a:pPr/>
            <a:r>
              <a:rPr sz="1600"/>
              <a:t>Our vision: To be the leading provider of authentic regional cuisine, connecting communities and celebrating culinary heritage, one delicious dish at a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