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ransform KIROS into a global sustainability grid integrating carbon capture units, AI-based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Climate Imperative &amp; Broken Carbon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warming accelerating, demanding urgent, verifiable action.</a:t>
            </a:r>
          </a:p>
          <a:p>
            <a:pPr/>
            <a:r>
              <a:rPr sz="1600"/>
              <a:t>Current carbon markets suffer from opacity, fraud, and lack of standardization.</a:t>
            </a:r>
          </a:p>
          <a:p>
            <a:pPr/>
            <a:r>
              <a:rPr sz="1600"/>
              <a:t>Corporations and governments struggle to meet net-zero targets effectively.</a:t>
            </a:r>
          </a:p>
          <a:p>
            <a:pPr/>
            <a:r>
              <a:rPr sz="1600"/>
              <a:t>Massive investment gap in scalable carbon reduction technologies.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KIROS: The Global Sustainability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 revolutionary platform for a decentralized carbon economy.</a:t>
            </a:r>
          </a:p>
          <a:p>
            <a:pPr/>
            <a:r>
              <a:rPr sz="1600"/>
              <a:t>Integrates physical carbon capture with digital validation and finance.</a:t>
            </a:r>
          </a:p>
          <a:p>
            <a:pPr/>
            <a:r>
              <a:rPr sz="1600"/>
              <a:t>Designed for seamless integration by governments and corporations.</a:t>
            </a:r>
          </a:p>
          <a:p>
            <a:pPr/>
            <a:r>
              <a:rPr sz="1600"/>
              <a:t>Our vision: A transparent, verifiable, and economically viable path to net-zero.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KIROS Works: Our Integrated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**Carbon Capture Units:** Strategically deployed, high-efficiency capture infrastructure.</a:t>
            </a:r>
          </a:p>
          <a:p>
            <a:pPr/>
            <a:r>
              <a:rPr sz="1600"/>
              <a:t>**Satellite-Tracked Validation:** Real-time, immutable verification of captured carbon via geospatial intelligence.</a:t>
            </a:r>
          </a:p>
          <a:p>
            <a:pPr/>
            <a:r>
              <a:rPr sz="1600"/>
              <a:t>**AI-Based Impact Finance:** Smart contracts and AI algorithms to fund projects and distribute value.</a:t>
            </a:r>
          </a:p>
          <a:p>
            <a:pPr/>
            <a:r>
              <a:rPr sz="1600"/>
              <a:t>**Decentralized Carbon Economy:** Blockchain-powered ledger for transparent, traceable carbon credits.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Innovation at Our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**Advanced Carbon Capture:** Proprietary or partner technologies for maximum efficiency.</a:t>
            </a:r>
          </a:p>
          <a:p>
            <a:pPr/>
            <a:r>
              <a:rPr sz="1600"/>
              <a:t>**AI &amp; Machine Learning:** Optimizing capture operations, financial models, and impact assessment.</a:t>
            </a:r>
          </a:p>
          <a:p>
            <a:pPr/>
            <a:r>
              <a:rPr sz="1600"/>
              <a:t>**Geospatial Intelligence:** Satellite imagery and data analytics for independent, continuous validation.</a:t>
            </a:r>
          </a:p>
          <a:p>
            <a:pPr/>
            <a:r>
              <a:rPr sz="1600"/>
              <a:t>**Blockchain/DLT:** Ensuring immutable records, transparent transactions, and fractional ownership of carbon assets.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**Trillion-Dollar Market:** Voluntary and compliance carbon markets projected for exponential growth.</a:t>
            </a:r>
          </a:p>
          <a:p>
            <a:pPr/>
            <a:r>
              <a:rPr sz="1600"/>
              <a:t>**Target Customers:** Global corporations (ESG mandates), national/local governments (climate goals).</a:t>
            </a:r>
          </a:p>
          <a:p>
            <a:pPr/>
            <a:r>
              <a:rPr sz="1600"/>
              <a:t>**Key Benefits:** Verifiable impact, reduced greenwashing risk, efficient capital deployment, new revenue streams.</a:t>
            </a:r>
          </a:p>
          <a:p>
            <a:pPr/>
            <a:r>
              <a:rPr sz="1600"/>
              <a:t>**Global Impact:** Accelerating climate action, fostering sustainable development worldwide.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**Subscription Fees:** Tiered access for governments and corporations to the KIROS grid.</a:t>
            </a:r>
          </a:p>
          <a:p>
            <a:pPr/>
            <a:r>
              <a:rPr sz="1600"/>
              <a:t>**Transaction Fees:** Percentage on carbon credit sales and impact investments facilitated.</a:t>
            </a:r>
          </a:p>
          <a:p>
            <a:pPr/>
            <a:r>
              <a:rPr sz="1600"/>
              <a:t>**Carbon Credit Sales:** Direct sales of KIROS-generated, validated carbon credits.</a:t>
            </a:r>
          </a:p>
          <a:p>
            <a:pPr/>
            <a:r>
              <a:rPr sz="1600"/>
              <a:t>**Data &amp; Analytics Services:** Premium insights from our validation and impact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Road Ahead &amp; Our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**Phase 1 (Current):** Pilot projects, technology refinement, strategic partnerships.</a:t>
            </a:r>
          </a:p>
          <a:p>
            <a:pPr/>
            <a:r>
              <a:rPr sz="1600"/>
              <a:t>**Phase 2 (Next 18-24 months):** Global grid expansion, platform scaling, regulatory engagement.</a:t>
            </a:r>
          </a:p>
          <a:p>
            <a:pPr/>
            <a:r>
              <a:rPr sz="1600"/>
              <a:t>**Team:** Visionary leaders in climate tech, AI, DLT, and finance.</a:t>
            </a:r>
          </a:p>
          <a:p>
            <a:pPr/>
            <a:r>
              <a:rPr sz="1600"/>
              <a:t>**Our Ask:** Seeking $15 million in seed funding to accelerate global deployment and platform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