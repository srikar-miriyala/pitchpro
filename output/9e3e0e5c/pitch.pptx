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Pitch: nutrient delivery system in agriculture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Agricultural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food demand rising, requiring 70% more food by 2050.</a:t>
            </a:r>
          </a:p>
          <a:p>
            <a:pPr/>
            <a:r>
              <a:rPr sz="1600"/>
              <a:t>Current nutrient application is inefficient: 40-70% of applied nutrients are wasted.</a:t>
            </a:r>
          </a:p>
          <a:p>
            <a:pPr/>
            <a:r>
              <a:rPr sz="1600"/>
              <a:t>Environmental impact: Runoff, greenhouse gas emissions, soil degradation.</a:t>
            </a:r>
          </a:p>
          <a:p>
            <a:pPr/>
            <a:r>
              <a:rPr sz="1600"/>
              <a:t>Farmers face increasing input costs and pressure for sustainability.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AgriFlow Precision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A smart, autonomous nutrient delivery system for optimized crop feeding.</a:t>
            </a:r>
          </a:p>
          <a:p>
            <a:pPr/>
            <a:r>
              <a:rPr sz="1600"/>
              <a:t>Leverages real-time data from soil, plant, and weather sensors.</a:t>
            </a:r>
          </a:p>
          <a:p>
            <a:pPr/>
            <a:r>
              <a:rPr sz="1600"/>
              <a:t>AI-driven algorithms determine precise nutrient requirements.</a:t>
            </a:r>
          </a:p>
          <a:p>
            <a:pPr/>
            <a:r>
              <a:rPr sz="1600"/>
              <a:t>Micro-targeted application ensures nutrients reach the root zone efficiently.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AgriFlow Precision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Data Collection: IoT sensors (soil moisture, pH, NPK, plant health via drones/satellites).</a:t>
            </a:r>
          </a:p>
          <a:p>
            <a:pPr/>
            <a:r>
              <a:rPr sz="1600"/>
              <a:t>AI Analysis: Cloud-based platform processes data, predicts nutrient needs, and creates application maps.</a:t>
            </a:r>
          </a:p>
          <a:p>
            <a:pPr/>
            <a:r>
              <a:rPr sz="1600"/>
              <a:t>Precision Delivery: Automated ground vehicles or drone systems apply custom nutrient blends directly to individual plants or specific zones.</a:t>
            </a:r>
          </a:p>
          <a:p>
            <a:pPr/>
            <a:r>
              <a:rPr sz="1600"/>
              <a:t>Continuous Optimization: System learns and adapts over time for improved efficiency.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Massive 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Global precision agriculture market projected to reach $20B+ by 2027.</a:t>
            </a:r>
          </a:p>
          <a:p>
            <a:pPr/>
            <a:r>
              <a:rPr sz="1600"/>
              <a:t>Fertilizer market alone is $180B+, with significant waste to be addressed.</a:t>
            </a:r>
          </a:p>
          <a:p>
            <a:pPr/>
            <a:r>
              <a:rPr sz="1600"/>
              <a:t>Addresses critical needs: yield increase, cost reduction, sustainability compliance.</a:t>
            </a:r>
          </a:p>
          <a:p>
            <a:pPr/>
            <a:r>
              <a:rPr sz="1600"/>
              <a:t>Targeting large-scale commercial farms initially, then expanding to smaller operations.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Competitive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Unparalleled Precision: Granular, plant-level nutrient delivery, not just field-level.</a:t>
            </a:r>
          </a:p>
          <a:p>
            <a:pPr/>
            <a:r>
              <a:rPr sz="1600"/>
              <a:t>Integrated AI &amp; IoT: Holistic data-driven approach for dynamic adjustments.</a:t>
            </a:r>
          </a:p>
          <a:p>
            <a:pPr/>
            <a:r>
              <a:rPr sz="1600"/>
              <a:t>Significant ROI for Farmers: 15-30% yield increase, 20-40% fertilizer reduction.</a:t>
            </a:r>
          </a:p>
          <a:p>
            <a:pPr/>
            <a:r>
              <a:rPr sz="1600"/>
              <a:t>Environmental Leadership: Drastically reduces runoff and GHG emissions.</a:t>
            </a:r>
          </a:p>
          <a:p>
            <a:pPr/>
            <a:r>
              <a:rPr sz="1600"/>
              <a:t>Scalable &amp; Adaptable: Modular system compatible with various crop types and farm sizes.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 &amp; 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Hardware Sales: Initial sale of sensor kits and application units.</a:t>
            </a:r>
          </a:p>
          <a:p>
            <a:pPr/>
            <a:r>
              <a:rPr sz="1600"/>
              <a:t>Subscription Service: Annual fee for AI platform access, data analytics, and ongoing support.</a:t>
            </a:r>
          </a:p>
          <a:p>
            <a:pPr/>
            <a:r>
              <a:rPr sz="1600"/>
              <a:t>Nutrient Blends: Partnership with suppliers for optimized, custom nutrient formulations.</a:t>
            </a:r>
          </a:p>
          <a:p>
            <a:pPr/>
            <a:r>
              <a:rPr sz="1600"/>
              <a:t>Pilot Programs: Successful trials with early adopters showing significant yield increases and cost savings.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 &amp;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/>
              <a:t>Seeking $X million in seed funding to scale manufacturing and expand sales.</a:t>
            </a:r>
          </a:p>
          <a:p>
            <a:pPr/>
            <a:r>
              <a:rPr sz="1600"/>
              <a:t>Further develop AI algorithms and expand crop compatibility.</a:t>
            </a:r>
          </a:p>
          <a:p>
            <a:pPr/>
            <a:r>
              <a:rPr sz="1600"/>
              <a:t>Launch in key agricultural regions globally.</a:t>
            </a:r>
          </a:p>
          <a:p>
            <a:pPr/>
            <a:r>
              <a:rPr sz="1600"/>
              <a:t>Our vision: To be the global standard for sustainable and efficient agricultural nutrient management, feeding the world while preserving the planet.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