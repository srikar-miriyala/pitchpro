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everyone. We are HealthBridge, and we are here to solve one of the most critical challenges facing our nation today: the rural healthcare crisis.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statistics are stark. Millions in rural areas struggle to access basic medical care. This isn't just an inconvenience; it's a matter of life and death, leading to delayed diagnoses and poorer health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HealthBridge is a comprehensive, HIPAA-compliant platform designed with rural patients and providers in mind. We offer a full suite of services to bring the clinic to the patient, not the other way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is vast and underserved. Beyond the significant financial opportunity, HealthBridge offers a transformative social impact, improving the quality of life and economic vitality of rural communities.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model is diversified, ensuring sustainability and scalability. We aim to integrate seamlessly into existing healthcare ecosystems while also creating new access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have a clear roadmap for growth, starting with targeted pilot programs and scaling nationally. Our focus is on continuous innovation and strategic partnerships to maximize our reach and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projections demonstrate a clear path to profitability, with initial investment in platform development yielding substantial returns as we scale our user base and service offerings.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seeking $2 million in seed funding to accelerate our growth and bring HealthBridge to more communities. With your support, we can transform rural healthcare access and create a healthier future for millions.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Telemedicine platform for rural healthcare access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HealthBridge: Bridging the Healthcare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Your Health, No Matter the Distance.</a:t>
            </a:r>
          </a:p>
          <a:p>
            <a:pPr/>
            <a:r>
              <a:t>Revolutionizing Rural Healthcare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Rural Healthcare Crisis: A Growing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Provider Shortages: 80% of rural areas lack sufficient healthcare professionals.</a:t>
            </a:r>
          </a:p>
          <a:p>
            <a:pPr/>
            <a:r>
              <a:t>Geographic Barriers: Long travel times and limited transportation for appointments.</a:t>
            </a:r>
          </a:p>
          <a:p>
            <a:pPr/>
            <a:r>
              <a:t>Health Disparities: Higher rates of chronic disease and preventable conditions.</a:t>
            </a:r>
          </a:p>
          <a:p>
            <a:pPr/>
            <a:r>
              <a:t>Economic Impact: Rural hospitals closing, impacting local economies.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HealthBridge Telemedicine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Secure Video Consultations: Connect with doctors and specialists instantly.</a:t>
            </a:r>
          </a:p>
          <a:p>
            <a:pPr/>
            <a:r>
              <a:t>Prescription Management: E-prescribing directly to local pharmacies.</a:t>
            </a:r>
          </a:p>
          <a:p>
            <a:pPr/>
            <a:r>
              <a:t>Remote Monitoring: Integration with devices for chronic disease management.</a:t>
            </a:r>
          </a:p>
          <a:p>
            <a:pPr/>
            <a:r>
              <a:t>User-Friendly Interface: Accessible for all ages and tech-savviness levels.</a:t>
            </a:r>
          </a:p>
          <a:p>
            <a:pPr/>
            <a:r>
              <a:t>Specialty Access: Virtual referrals to a broader network of specialists.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Market: 60+ million Americans in rural areas.</a:t>
            </a:r>
          </a:p>
          <a:p>
            <a:pPr/>
            <a:r>
              <a:t>Growing Telehealth Market: Projected to reach $450 billion by 2030.</a:t>
            </a:r>
          </a:p>
          <a:p>
            <a:pPr/>
            <a:r>
              <a:t>Improved Health Outcomes: Earlier intervention, better chronic disease management.</a:t>
            </a:r>
          </a:p>
          <a:p>
            <a:pPr/>
            <a:r>
              <a:t>Cost Savings: Reduced travel costs, fewer ER visits, efficient resource allocation.</a:t>
            </a:r>
          </a:p>
          <a:p>
            <a:pPr/>
            <a:r>
              <a:t>Community Empowerment: Keeping healthcare local and accessible.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Sustainable &amp; Scalable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Provider Subscriptions: Tiered plans for individual practitioners and clinics.</a:t>
            </a:r>
          </a:p>
          <a:p>
            <a:pPr/>
            <a:r>
              <a:t>Per-Visit Fees: Co-pays or direct payments from patients/insurers.</a:t>
            </a:r>
          </a:p>
          <a:p>
            <a:pPr/>
            <a:r>
              <a:t>Partnerships: Collaborations with rural hospitals, health systems, and government programs.</a:t>
            </a:r>
          </a:p>
          <a:p>
            <a:pPr/>
            <a:r>
              <a:t>Value-Added Services: Remote monitoring device integration, specialist network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Phase 1 (Year 1): Platform launch, pilot programs in 3 rural counties, secure initial provider network.</a:t>
            </a:r>
          </a:p>
          <a:p>
            <a:pPr/>
            <a:r>
              <a:t>Phase 2 (Year 2): Expand to 10+ counties, integrate with major EHR systems, introduce remote monitoring.</a:t>
            </a:r>
          </a:p>
          <a:p>
            <a:pPr/>
            <a:r>
              <a:t>Phase 3 (Year 3+): National expansion, AI-driven diagnostics support, specialized mental health services.</a:t>
            </a:r>
          </a:p>
          <a:p>
            <a:pPr/>
            <a:r>
              <a:t>Strategic Partnerships: Collaborating with rural health organizations and government agencies.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Projections: 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Year 1: Focus on platform development and initial user acquisition.</a:t>
            </a:r>
          </a:p>
          <a:p>
            <a:pPr/>
            <a:r>
              <a:t>Year 2: Significant growth driven by market penetration and partnerships.</a:t>
            </a:r>
          </a:p>
          <a:p>
            <a:pPr/>
            <a:r>
              <a:t>Year 3: Achieving strong profitability through scale and expanded services.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Bridging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Investment Ask: Seeking $2M seed funding.</a:t>
            </a:r>
          </a:p>
          <a:p>
            <a:pPr/>
            <a:r>
              <a:t>Use of Funds: Platform enhancement, marketing, team expansion, regulatory compliance.</a:t>
            </a:r>
          </a:p>
          <a:p>
            <a:pPr/>
            <a:r>
              <a:t>Our Team: Experienced in healthcare, technology, and rural community development.</a:t>
            </a:r>
          </a:p>
          <a:p>
            <a:pPr/>
            <a:r>
              <a:t>Impact: Invest in HealthBridge, invest in healthier rural communities.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