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AI-powered mental health platform for students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MindWell AI: Empowering Student Minds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Your AI Companion for Student Well-being.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Silent Struggle: Student Mental Health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Rising rates of anxiety, depression, and stress among students globally.</a:t>
            </a:r>
          </a:p>
          <a:p>
            <a:pPr/>
            <a:r>
              <a:rPr sz="1600"/>
              <a:t>Limited access to timely, affordable, and confidential support on campuses.</a:t>
            </a:r>
          </a:p>
          <a:p>
            <a:pPr/>
            <a:r>
              <a:rPr sz="1600"/>
              <a:t>Stigma often prevents students from seeking help through traditional channels.</a:t>
            </a:r>
          </a:p>
          <a:p>
            <a:pPr/>
            <a:r>
              <a:rPr sz="1600"/>
              <a:t>Impacts academic performance, retention rates, and overall quality of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MindWell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**AI-Powered Companion:** Offers empathetic, non-judgmental conversations and support.</a:t>
            </a:r>
          </a:p>
          <a:p>
            <a:pPr/>
            <a:r>
              <a:rPr sz="1600"/>
              <a:t>**Personalized Tools:** Delivers CBT-based exercises, mindfulness techniques, and mood tracking tailored to individual needs.</a:t>
            </a:r>
          </a:p>
          <a:p>
            <a:pPr/>
            <a:r>
              <a:rPr sz="1600"/>
              <a:t>**Resource Navigation:** Seamlessly connects students to campus services, crisis lines, and professional therapists when needed.</a:t>
            </a:r>
          </a:p>
          <a:p>
            <a:pPr/>
            <a:r>
              <a:rPr sz="1600"/>
              <a:t>**Confidential &amp; Accessible:** 24/7 availability via web and mobile app, ensuring privacy and convenience.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Seamless Support in Three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**Connect:** Students engage with their AI companion via text or voice, anytime, anywhere.</a:t>
            </a:r>
          </a:p>
          <a:p>
            <a:pPr/>
            <a:r>
              <a:rPr sz="1600"/>
              <a:t>**Discover:** AI identifies needs, suggests personalized exercises, coping strategies, and relevant content.</a:t>
            </a:r>
          </a:p>
          <a:p>
            <a:pPr/>
            <a:r>
              <a:rPr sz="1600"/>
              <a:t>**Grow:** Students track progress, build resilience, and are guided to human support when appropriate.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**Target Market:** Over 20 million university/college students in the US alone, with a global market of over 200 million.</a:t>
            </a:r>
          </a:p>
          <a:p>
            <a:pPr/>
            <a:r>
              <a:rPr sz="1600"/>
              <a:t>**Business Model:** B2B2C – Universities and colleges subscribe to MindWell AI for their entire student body.</a:t>
            </a:r>
          </a:p>
          <a:p>
            <a:pPr/>
            <a:r>
              <a:rPr sz="1600"/>
              <a:t>**Revenue Streams:** Annual subscription fees based on student enrollment size, premium features for institutions.</a:t>
            </a:r>
          </a:p>
          <a:p>
            <a:pPr/>
            <a:r>
              <a:rPr sz="1600"/>
              <a:t>**Early Traction:** Pilot programs with 2 universities showing positive engagement and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**Student-Centric Design:** Developed with direct input from students and mental health professionals.</a:t>
            </a:r>
          </a:p>
          <a:p>
            <a:pPr/>
            <a:r>
              <a:rPr sz="1600"/>
              <a:t>**Advanced AI Empathy:** Focus on natural language processing for genuinely supportive and understanding interactions.</a:t>
            </a:r>
          </a:p>
          <a:p>
            <a:pPr/>
            <a:r>
              <a:rPr sz="1600"/>
              <a:t>**Hybrid Approach:** AI support seamlessly integrated with pathways to human professional care.</a:t>
            </a:r>
          </a:p>
          <a:p>
            <a:pPr/>
            <a:r>
              <a:rPr sz="1600"/>
              <a:t>**Data-Driven Insights:** Anonymized data helps institutions understand student needs and trends (with strict privacy safeguards).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Visionary Team &amp; Investment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**Team:** Comprised of AI/ML experts, clinical psychologists, EdTech specialists, and seasoned business developers.</a:t>
            </a:r>
          </a:p>
          <a:p>
            <a:pPr/>
            <a:r>
              <a:rPr sz="1600"/>
              <a:t>**Ask:** Seeking $1.5M seed funding to scale platform development, expand university partnerships, and grow our team.</a:t>
            </a:r>
          </a:p>
          <a:p>
            <a:pPr/>
            <a:r>
              <a:rPr sz="1600"/>
              <a:t>**Use of Funds:** 50% Product Development &amp; AI Enhancement, 30% Sales &amp; Marketing, 20% Team Expansion &amp;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Student Well-being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Integrate with academic success platforms to offer holistic support.</a:t>
            </a:r>
          </a:p>
          <a:p>
            <a:pPr/>
            <a:r>
              <a:rPr sz="1600"/>
              <a:t>Expand to K-12 and corporate wellness markets.</a:t>
            </a:r>
          </a:p>
          <a:p>
            <a:pPr/>
            <a:r>
              <a:rPr sz="1600"/>
              <a:t>Develop specialized modules for specific challenges (e.g., exam stress, homesickness, career anxiety).</a:t>
            </a:r>
          </a:p>
          <a:p>
            <a:pPr/>
            <a:r>
              <a:rPr sz="1600"/>
              <a:t>Become the global standard for accessible, AI-powered mental health support in education.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