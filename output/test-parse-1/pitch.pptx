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Smart loans marketplace - AI underwriting (a619a5db)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/>
            </a:pPr>
            <a:r>
              <a:t>AI-driven marketplace connecting MSMEs to micro-lenders with instant underwriting and dynamic pricing.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AI micro-loans marketplace</a:t>
            </a:r>
          </a:p>
          <a:p>
            <a:pPr>
              <a:defRPr sz="1800"/>
            </a:pPr>
            <a:r>
              <a:t>Founders: You</a:t>
            </a:r>
          </a:p>
          <a:p>
            <a:pPr>
              <a:defRPr sz="1800"/>
            </a:pPr>
            <a:r>
              <a:t>Ask: ₹5 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Intro and 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Slow access to credit</a:t>
            </a:r>
          </a:p>
          <a:p>
            <a:pPr>
              <a:defRPr sz="1800"/>
            </a:pPr>
            <a:r>
              <a:t>High paperwork</a:t>
            </a:r>
          </a:p>
          <a:p>
            <a:pPr>
              <a:defRPr sz="1800"/>
            </a:pPr>
            <a:r>
              <a:t>Traditional underwriting ignores alternative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Explain pain.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AI risk scoring using transaction &amp; GST data</a:t>
            </a:r>
          </a:p>
          <a:p>
            <a:pPr>
              <a:defRPr sz="1800"/>
            </a:pPr>
            <a:r>
              <a:t>Marketplace of lenders</a:t>
            </a:r>
          </a:p>
          <a:p>
            <a:pPr>
              <a:defRPr sz="1800"/>
            </a:pPr>
            <a:r>
              <a:t>Paperless onboarding &amp; instant disbursal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How solution solves pain.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Addressable: 6M formal MSMEs</a:t>
            </a:r>
          </a:p>
          <a:p>
            <a:pPr>
              <a:defRPr sz="1800"/>
            </a:pPr>
            <a:r>
              <a:t>Initial TAM: 1M in cities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Sizing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1-3% origination fee</a:t>
            </a:r>
          </a:p>
          <a:p>
            <a:pPr>
              <a:defRPr sz="1800"/>
            </a:pPr>
            <a:r>
              <a:t>Subscription analytics for lenders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Revenue levers.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Partnerships with NBFCs</a:t>
            </a:r>
          </a:p>
          <a:p>
            <a:pPr>
              <a:defRPr sz="1800"/>
            </a:pPr>
            <a:r>
              <a:t>Field pilots in 2 cities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Channels &amp; pilots.</a:t>
            </a:r>
          </a:p>
        </p:txBody>
      </p:sp>
      <p:pic>
        <p:nvPicPr>
          <p:cNvPr id="5" name="Picture 4" descr="pitch_fin_15156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8435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Financials (3-year)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See financial table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High-level assumptions.</a:t>
            </a:r>
          </a:p>
        </p:txBody>
      </p:sp>
      <p:pic>
        <p:nvPicPr>
          <p:cNvPr id="5" name="Picture 4" descr="pitch_fin_15156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8435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Executive Summary:</a:t>
            </a:r>
            <a:br/>
            <a:r>
              <a:t>We enable MSMEs to access micro-loans via AI risk signals and a lender marketplace. Target urban SME clusters and scale to 200k merchants in 3 years.</a:t>
            </a:r>
            <a:br/>
            <a:br/>
            <a:r>
              <a:t>Assumptions:</a:t>
            </a:r>
            <a:br/>
            <a:r>
              <a:t>Avg loan ticket: ₹1.5L</a:t>
            </a:r>
            <a:br/>
            <a:r>
              <a:t>Originations growth: 3x YoY</a:t>
            </a:r>
            <a:br/>
            <a:r>
              <a:t>Take rate: 2% origination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