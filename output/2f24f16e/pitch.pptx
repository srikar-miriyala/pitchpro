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an AI chatbot for universities, where it assists students for admission related stuff and 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in Higher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Overwhelmed Admissions &amp; Administrative Staff</a:t>
            </a:r>
          </a:p>
          <a:p>
            <a:pPr/>
            <a:r>
              <a:rPr sz="1600"/>
              <a:t>Delayed Student Responses &amp; Frustration</a:t>
            </a:r>
          </a:p>
          <a:p>
            <a:pPr/>
            <a:r>
              <a:rPr sz="1600"/>
              <a:t>Inconsistent Information Delivery Across Channels</a:t>
            </a:r>
          </a:p>
          <a:p>
            <a:pPr/>
            <a:r>
              <a:rPr sz="1600"/>
              <a:t>High Operational Costs for Manual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UniBot AI: Your Intelligent Campus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AI-Powered Chatbot Tailored for Universities</a:t>
            </a:r>
          </a:p>
          <a:p>
            <a:pPr/>
            <a:r>
              <a:rPr sz="1600"/>
              <a:t>Instant, Accurate Answers for Admissions &amp; General Info</a:t>
            </a:r>
          </a:p>
          <a:p>
            <a:pPr/>
            <a:r>
              <a:rPr sz="1600"/>
              <a:t>24/7 Availability, Multilingual Support</a:t>
            </a:r>
          </a:p>
          <a:p>
            <a:pPr/>
            <a:r>
              <a:rPr sz="1600"/>
              <a:t>Personalized Student Experience from Prospect to Alumnus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UniBot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Seamless Integration with University Databases (CRM, SIS, Website)</a:t>
            </a:r>
          </a:p>
          <a:p>
            <a:pPr/>
            <a:r>
              <a:rPr sz="1600"/>
              <a:t>Natural Language Processing (NLP) for Understanding Complex Queries</a:t>
            </a:r>
          </a:p>
          <a:p>
            <a:pPr/>
            <a:r>
              <a:rPr sz="1600"/>
              <a:t>Contextual &amp; Personalized Responses Based on Student Profile</a:t>
            </a:r>
          </a:p>
          <a:p>
            <a:pPr/>
            <a:r>
              <a:rPr sz="1600"/>
              <a:t>Intelligent Escalation to Human Staff When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Higher Education Market: Billions in Spending Annually</a:t>
            </a:r>
          </a:p>
          <a:p>
            <a:pPr/>
            <a:r>
              <a:rPr sz="1600"/>
              <a:t>Untapped Potential for AI in Student Services &amp; Administration</a:t>
            </a:r>
          </a:p>
          <a:p>
            <a:pPr/>
            <a:r>
              <a:rPr sz="1600"/>
              <a:t>Growing Demand for Efficiency &amp; Enhanced Student Experience</a:t>
            </a:r>
          </a:p>
          <a:p>
            <a:pPr/>
            <a:r>
              <a:rPr sz="1600"/>
              <a:t>Scalable Solution Applicable to Institutions of All Sizes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Competitive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Deep University-Specific AI Training &amp; Knowledge Base</a:t>
            </a:r>
          </a:p>
          <a:p>
            <a:pPr/>
            <a:r>
              <a:rPr sz="1600"/>
              <a:t>Robust &amp; Secure Integration Capabilities</a:t>
            </a:r>
          </a:p>
          <a:p>
            <a:pPr/>
            <a:r>
              <a:rPr sz="1600"/>
              <a:t>Dedicated Higher Education Expertise Team</a:t>
            </a:r>
          </a:p>
          <a:p>
            <a:pPr/>
            <a:r>
              <a:rPr sz="1600"/>
              <a:t>Superior User Experience &amp; Actionable Analytics</a:t>
            </a:r>
          </a:p>
          <a:p>
            <a:pPr/>
            <a:r>
              <a:rPr sz="1600"/>
              <a:t>Commitment to Data Privacy &amp;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SaaS Subscription Model with Tiered Pricing</a:t>
            </a:r>
          </a:p>
          <a:p>
            <a:pPr/>
            <a:r>
              <a:rPr sz="1600"/>
              <a:t>Annual Contracts Based on University Size &amp; Usage</a:t>
            </a:r>
          </a:p>
          <a:p>
            <a:pPr/>
            <a:r>
              <a:rPr sz="1600"/>
              <a:t>Initial Setup &amp; Customization Fees</a:t>
            </a:r>
          </a:p>
          <a:p>
            <a:pPr/>
            <a:r>
              <a:rPr sz="1600"/>
              <a:t>Future: Premium Features &amp; Advanced Analytics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Future of Student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Become the Standard for University AI Assistance</a:t>
            </a:r>
          </a:p>
          <a:p>
            <a:pPr/>
            <a:r>
              <a:rPr sz="1600"/>
              <a:t>Expand to Onboarding, Academic Advising, Career Services</a:t>
            </a:r>
          </a:p>
          <a:p>
            <a:pPr/>
            <a:r>
              <a:rPr sz="1600"/>
              <a:t>Global Market Penetration &amp; Partnerships</a:t>
            </a:r>
          </a:p>
          <a:p>
            <a:pPr/>
            <a:r>
              <a:rPr sz="1600"/>
              <a:t>Empower Universities, Delight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