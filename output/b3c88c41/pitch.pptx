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“Build the world’s first global quantum communication network that enables unhackable data tr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Quantum Security Imperative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The looming threat of quantum computing to current encryption standards.</a:t>
            </a:r>
          </a:p>
          <a:p>
            <a:pPr/>
            <a:r>
              <a:rPr sz="1600"/>
              <a:t>Existing cryptographic methods are fundamentally vulnerable to future attacks.</a:t>
            </a:r>
          </a:p>
          <a:p>
            <a:pPr/>
            <a:r>
              <a:rPr sz="1600"/>
              <a:t>The critical, unmet need for truly unhackable global communication.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Quantum Secure - Unhackable Global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Building the world's first global quantum communication network.</a:t>
            </a:r>
          </a:p>
          <a:p>
            <a:pPr/>
            <a:r>
              <a:rPr sz="1600"/>
              <a:t>Leveraging quantum entanglement for intrinsic, physics-based security.</a:t>
            </a:r>
          </a:p>
          <a:p>
            <a:pPr/>
            <a:r>
              <a:rPr sz="1600"/>
              <a:t>Satellite-to-ground station architecture for unparalleled reach and resilience.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Entanglement in Orbit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Quantum Key Distribution (QKD) via entangled photon pairs.</a:t>
            </a:r>
          </a:p>
          <a:p>
            <a:pPr/>
            <a:r>
              <a:rPr sz="1600"/>
              <a:t>Satellites act as quantum sources and repeaters, extending range globally.</a:t>
            </a:r>
          </a:p>
          <a:p>
            <a:pPr/>
            <a:r>
              <a:rPr sz="1600"/>
              <a:t>Any attempt at eavesdropping instantly collapses the quantum state, alerting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Opportunity: Securing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Governments &amp; Defense: Classified communications, national security.</a:t>
            </a:r>
          </a:p>
          <a:p>
            <a:pPr/>
            <a:r>
              <a:rPr sz="1600"/>
              <a:t>Financial Services: Transaction integrity, secure banking, stock exchanges.</a:t>
            </a:r>
          </a:p>
          <a:p>
            <a:pPr/>
            <a:r>
              <a:rPr sz="1600"/>
              <a:t>Critical Infrastructure: SCADA systems, energy grids, transportation networks.</a:t>
            </a:r>
          </a:p>
          <a:p>
            <a:pPr/>
            <a:r>
              <a:rPr sz="1600"/>
              <a:t>Enterprise: Intellectual property protection, sensitive corporate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Model: Network as a Service (NaaS)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Subscription-based access to quantum-safe communication channels.</a:t>
            </a:r>
          </a:p>
          <a:p>
            <a:pPr/>
            <a:r>
              <a:rPr sz="1600"/>
              <a:t>Tiered service levels based on bandwidth, latency, and dedicated capacity.</a:t>
            </a:r>
          </a:p>
          <a:p>
            <a:pPr/>
            <a:r>
              <a:rPr sz="1600"/>
              <a:t>Hardware sales (ground station interfaces) and integration services for clients.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Advantage: First-Mover &amp; Global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Proprietary satellite-based entanglement distribution technology.</a:t>
            </a:r>
          </a:p>
          <a:p>
            <a:pPr/>
            <a:r>
              <a:rPr sz="1600"/>
              <a:t>Global coverage from day one of full operation, unlike terrestrial QKD.</a:t>
            </a:r>
          </a:p>
          <a:p>
            <a:pPr/>
            <a:r>
              <a:rPr sz="1600"/>
              <a:t>Strong IP portfolio and patents in quantum communication.</a:t>
            </a:r>
          </a:p>
          <a:p>
            <a:pPr/>
            <a:r>
              <a:rPr sz="1600"/>
              <a:t>Experienced team in quantum physics, aerospace engineering, and cybersecurity.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Team: Visionaries &amp; Innovators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Dr. Anya Sharma (CEO &amp; Chief Quantum Scientist): Pioneer in satellite QKD, 20+ years in quantum physics.</a:t>
            </a:r>
          </a:p>
          <a:p>
            <a:pPr/>
            <a:r>
              <a:rPr sz="1600"/>
              <a:t>Mr. Ben Carter (CTO &amp; Head of Satellite Engineering): Former lead engineer at SpaceX, 15+ years in aerospace.</a:t>
            </a:r>
          </a:p>
          <a:p>
            <a:pPr/>
            <a:r>
              <a:rPr sz="1600"/>
              <a:t>Ms. Chloe Davis (CBO &amp; Head of Business Development): Track record of scaling deep-tech startups, 18+ years in enterprise sales.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Ask: Join the Quantum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Seeking $50 million in Series A funding.</a:t>
            </a:r>
          </a:p>
          <a:p>
            <a:pPr/>
            <a:r>
              <a:rPr sz="1600"/>
              <a:t>Funds will accelerate satellite manufacturing, launch, and initial ground station deployment.</a:t>
            </a:r>
          </a:p>
          <a:p>
            <a:pPr/>
            <a:r>
              <a:rPr sz="1600"/>
              <a:t>Opportunity to invest in the foundational layer of future global data security.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