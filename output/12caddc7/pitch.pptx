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Create a solar-powered water purification device for rural regions that can be crowd-funded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Water Crisis: A Pressing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2.2 billion people lack safely managed drinking water globally.</a:t>
            </a:r>
          </a:p>
          <a:p>
            <a:pPr/>
            <a:r>
              <a:rPr sz="1600"/>
              <a:t>Rural communities disproportionately affected by contamination and scarcity.</a:t>
            </a:r>
          </a:p>
          <a:p>
            <a:pPr/>
            <a:r>
              <a:rPr sz="1600"/>
              <a:t>Waterborne diseases cause millions of preventable deaths annually, especially among children.</a:t>
            </a:r>
          </a:p>
          <a:p>
            <a:pPr/>
            <a:r>
              <a:rPr sz="1600"/>
              <a:t>Existing solutions are often expensive, unreliable, or require complex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AquaSun: Our Sustainable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Robust, solar-powered water purification device designed for off-grid use.</a:t>
            </a:r>
          </a:p>
          <a:p>
            <a:pPr/>
            <a:r>
              <a:rPr sz="1600"/>
              <a:t>Provides safe, potable water from various sources (rivers, wells, boreholes).</a:t>
            </a:r>
          </a:p>
          <a:p>
            <a:pPr/>
            <a:r>
              <a:rPr sz="1600"/>
              <a:t>Low maintenance, high efficiency, and built for a long lifespan in harsh environments.</a:t>
            </a:r>
          </a:p>
          <a:p>
            <a:pPr/>
            <a:r>
              <a:rPr sz="1600"/>
              <a:t>Eliminates reliance on grid electricity or expensive consumables.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Transparency: The AquaSun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Advanced multi-stage filtration and UV sterilization for comprehensive purification.</a:t>
            </a:r>
          </a:p>
          <a:p>
            <a:pPr/>
            <a:r>
              <a:rPr sz="1600"/>
              <a:t>Integrated IoT sensors provide real-time water quality and usage data.</a:t>
            </a:r>
          </a:p>
          <a:p>
            <a:pPr/>
            <a:r>
              <a:rPr sz="1600"/>
              <a:t>Crowdfunding platform: Donors can sponsor a device and track its journey.</a:t>
            </a:r>
          </a:p>
          <a:p>
            <a:pPr/>
            <a:r>
              <a:rPr sz="1600"/>
              <a:t>Mobile App: Monitor impact, engage with communities, and ensure accountability.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Business Model: Impact Through Crowdfunding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Revenue generated through individual and institutional crowdfunding campaigns.</a:t>
            </a:r>
          </a:p>
          <a:p>
            <a:pPr/>
            <a:r>
              <a:rPr sz="1600"/>
              <a:t>Partnerships with NGOs and corporate CSR programs for bulk deployments.</a:t>
            </a:r>
          </a:p>
          <a:p>
            <a:pPr/>
            <a:r>
              <a:rPr sz="1600"/>
              <a:t>Subscription model for ongoing maintenance and data services (optional for communities).</a:t>
            </a:r>
          </a:p>
          <a:p>
            <a:pPr/>
            <a:r>
              <a:rPr sz="1600"/>
              <a:t>Focus on cost-effective manufacturing and local community training for sustainability.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Targeting 2.2 billion people in rural, underserved regions globally.</a:t>
            </a:r>
          </a:p>
          <a:p>
            <a:pPr/>
            <a:r>
              <a:rPr sz="1600"/>
              <a:t>Initial focus on high-impact regions in Sub-Saharan Africa and Southeast Asia.</a:t>
            </a:r>
          </a:p>
          <a:p>
            <a:pPr/>
            <a:r>
              <a:rPr sz="1600"/>
              <a:t>Scalable manufacturing and deployment model allows for rapid expansion.</a:t>
            </a:r>
          </a:p>
          <a:p>
            <a:pPr/>
            <a:r>
              <a:rPr sz="1600"/>
              <a:t>Strong potential for partnerships with governments, humanitarian organizations, and development agencies.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Projected revenue growth driven by increasing crowdfunding adoption and institutional partnerships.</a:t>
            </a:r>
          </a:p>
          <a:p>
            <a:pPr/>
            <a:r>
              <a:rPr sz="1600"/>
              <a:t>Strong profit margins as manufacturing scales and operational efficiencies improve.</a:t>
            </a:r>
          </a:p>
          <a:p>
            <a:pPr/>
            <a:r>
              <a:rPr sz="1600"/>
              <a:t>Seeking $1.5M seed funding for R&amp;D completion, initial manufacturing setup, and platform launch.</a:t>
            </a:r>
          </a:p>
          <a:p>
            <a:pPr/>
            <a:r>
              <a:rPr sz="1600"/>
              <a:t>Path to profitability within 3 years, demonstrating both social and financial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Vision: Clean Water for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Transforming lives and fostering development through universal access to safe drinking water.</a:t>
            </a:r>
          </a:p>
          <a:p>
            <a:pPr/>
            <a:r>
              <a:rPr sz="1600"/>
              <a:t>Building a global community of impact-driven donors and empowered beneficiaries.</a:t>
            </a:r>
          </a:p>
          <a:p>
            <a:pPr/>
            <a:r>
              <a:rPr sz="1600"/>
              <a:t>Pioneering transparent, sustainable humanitarian technology solutions.</a:t>
            </a:r>
          </a:p>
          <a:p>
            <a:pPr/>
            <a:r>
              <a:rPr sz="1600"/>
              <a:t>Join us in making clean water a reality, not a privilege.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