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MicroLoans for Indian MSMEs - faster capital, smarter underwriting.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An AI-driven marketplace connecting MSMEs in India to micro-lenders with instant credit decisions using transaction and GST signals - reducing friction and empowering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 for Indian MSMEs</a:t>
            </a:r>
          </a:p>
          <a:p>
            <a:pPr>
              <a:defRPr sz="1800"/>
            </a:pPr>
            <a:r>
              <a:t>Founder(s): Srikar M (example)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Quick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MSMEs face slow access to credit</a:t>
            </a:r>
          </a:p>
          <a:p>
            <a:pPr>
              <a:defRPr sz="1800"/>
            </a:pPr>
            <a:r>
              <a:t>Traditional underwriting ignores alternative signals</a:t>
            </a:r>
          </a:p>
          <a:p>
            <a:pPr>
              <a:defRPr sz="1800"/>
            </a:pPr>
            <a:r>
              <a:t>High paperwork &amp; time to disburse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 and anecdote.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risk-scoring using GST &amp; transaction data</a:t>
            </a:r>
          </a:p>
          <a:p>
            <a:pPr>
              <a:defRPr sz="1800"/>
            </a:pPr>
            <a:r>
              <a:t>Marketplace of lenders with dynamic pricing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model and marketplace reduce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 in India</a:t>
            </a:r>
          </a:p>
          <a:p>
            <a:pPr>
              <a:defRPr sz="1800"/>
            </a:pPr>
            <a:r>
              <a:t>Initial TAM (servicable): 1M in urban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Market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Platform takes 1-3% origination fee</a:t>
            </a:r>
          </a:p>
          <a:p>
            <a:pPr>
              <a:defRPr sz="1800"/>
            </a:pPr>
            <a:r>
              <a:t>Subscription for premium lender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 &amp; trade platforms</a:t>
            </a:r>
          </a:p>
          <a:p>
            <a:pPr>
              <a:defRPr sz="1800"/>
            </a:pPr>
            <a:r>
              <a:t>Field ops pilot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early traction plan.</a:t>
            </a:r>
          </a:p>
        </p:txBody>
      </p:sp>
      <p:pic>
        <p:nvPicPr>
          <p:cNvPr id="5" name="Picture 4" descr="pitch_fin_374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 level financial assumptions.</a:t>
            </a:r>
          </a:p>
        </p:txBody>
      </p:sp>
      <p:pic>
        <p:nvPicPr>
          <p:cNvPr id="5" name="Picture 4" descr="pitch_fin_374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PitchPro-powered MicroLoans Marketplace enables MSMEs to access micro-loans with AI-based risk scoring, transparent terms, and a marketplace of lenders. We target urban &amp; semi-urban MSMEs across retail, manufacturing and services, aiming to serve 200k merchants within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year-over-year</a:t>
            </a:r>
            <a:br/>
            <a:r>
              <a:t>Take rate: 2% average origination fee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