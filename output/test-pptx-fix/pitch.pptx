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Pitch: Simple food delivery app for urban areas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SwiftBites: Simple Food Delivery for Urban Life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Your City, Your Cravings, Delivered Simply.</a:t>
            </a:r>
          </a:p>
          <a:p>
            <a:pPr/>
            <a:r>
              <a:rPr sz="1600"/>
              <a:t>Reimagining urban food delivery with a focus on ease and efficiency.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Overwhelmed &amp; Overcharged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**For Users:** Existing apps are complex, feature-bloated, and often lead to decision fatigue.</a:t>
            </a:r>
          </a:p>
          <a:p>
            <a:pPr/>
            <a:r>
              <a:rPr sz="1600"/>
              <a:t>**For Restaurants:** High commission fees (25-35%+) erode profit margins, making delivery unsustainable.</a:t>
            </a:r>
          </a:p>
          <a:p>
            <a:pPr/>
            <a:r>
              <a:rPr sz="1600"/>
              <a:t>**For Both:** Inconsistent delivery times and fragmented customer service experiences.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Solution: SwiftBites - Simplicity Delivered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**Intuitive UI/UX:** A clean, minimalist app design for effortless ordering.</a:t>
            </a:r>
          </a:p>
          <a:p>
            <a:pPr/>
            <a:r>
              <a:rPr sz="1600"/>
              <a:t>**Curated Local Selection:** Focus on quality local restaurants, not overwhelming quantity.</a:t>
            </a:r>
          </a:p>
          <a:p>
            <a:pPr/>
            <a:r>
              <a:rPr sz="1600"/>
              <a:t>**Fairer Fees for Restaurants:** Competitive commission structure (e.g., 15-20%) to foster strong partnerships.</a:t>
            </a:r>
          </a:p>
          <a:p>
            <a:pPr/>
            <a:r>
              <a:rPr sz="1600"/>
              <a:t>**Optimized Logistics:** Efficient delivery network for faster, more reliable service.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 &amp; 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**Growing Urban Market:** Billions spent annually on food delivery, with strong demand for convenience.</a:t>
            </a:r>
          </a:p>
          <a:p>
            <a:pPr/>
            <a:r>
              <a:rPr sz="1600"/>
              <a:t>**Target Audience:** Busy urban professionals and residents who value time and simplicity.</a:t>
            </a:r>
          </a:p>
          <a:p>
            <a:pPr/>
            <a:r>
              <a:rPr sz="1600"/>
              <a:t>**Revenue Streams:** Commission on every order (15-20%), small customer delivery fee, potential for premium restaurant listings.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Advantage &amp; Go-to-Market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**Simplicity &amp; Speed:** Our core differentiator in a crowded market.</a:t>
            </a:r>
          </a:p>
          <a:p>
            <a:pPr/>
            <a:r>
              <a:rPr sz="1600"/>
              <a:t>**Strong Restaurant Partnerships:** Built on trust and fair economics.</a:t>
            </a:r>
          </a:p>
          <a:p>
            <a:pPr/>
            <a:r>
              <a:rPr sz="1600"/>
              <a:t>**Hyper-Local Focus:** Deep understanding of specific urban neighborhoods and their culinary scene.</a:t>
            </a:r>
          </a:p>
          <a:p>
            <a:pPr/>
            <a:r>
              <a:rPr sz="1600"/>
              <a:t>**Go-to-Market:** Launching initially in [Specific Urban Neighborhood/City] with targeted digital marketing and local restaurant onboarding.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Projections &amp; 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**Year 1:** Focus on market penetration and user acquisition.</a:t>
            </a:r>
          </a:p>
          <a:p>
            <a:pPr/>
            <a:r>
              <a:rPr sz="1600"/>
              <a:t>**Year 2:** Scaling operations and expanding restaurant network.</a:t>
            </a:r>
          </a:p>
          <a:p>
            <a:pPr/>
            <a:r>
              <a:rPr sz="1600"/>
              <a:t>**Year 3:** Achieving significant market share and strong profitability.</a:t>
            </a:r>
          </a:p>
          <a:p>
            <a:pPr/>
            <a:r>
              <a:rPr sz="1600"/>
              <a:t>**The Ask:** Seeking $X million in seed funding to finalize app development, launch marketing, and build our initial delivery infrastructure.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