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Start an offline EV charging and battery maintenance station for two-wheelers and autos in Ti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Uncharged Reality of Tier 2 EVs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Rapid EV adoption (2W &amp; Autos) in Tier 2 cities.</a:t>
            </a:r>
          </a:p>
          <a:p>
            <a:pPr/>
            <a:r>
              <a:rPr sz="1600"/>
              <a:t>Severe lack of reliable charging infrastructure.</a:t>
            </a:r>
          </a:p>
          <a:p>
            <a:pPr/>
            <a:r>
              <a:rPr sz="1600"/>
              <a:t>No dedicated maintenance support for EV batteries/components.</a:t>
            </a:r>
          </a:p>
          <a:p>
            <a:pPr/>
            <a:r>
              <a:rPr sz="1600"/>
              <a:t>Range anxiety and service downtime hinder EV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Charge &amp; Care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Dedicated offline stations for 2W &amp; Auto EVs.</a:t>
            </a:r>
          </a:p>
          <a:p>
            <a:pPr/>
            <a:r>
              <a:rPr sz="1600"/>
              <a:t>Fast charging points (AC &amp; DC options).</a:t>
            </a:r>
          </a:p>
          <a:p>
            <a:pPr/>
            <a:r>
              <a:rPr sz="1600"/>
              <a:t>Comprehensive battery diagnostics &amp; maintenance.</a:t>
            </a:r>
          </a:p>
          <a:p>
            <a:pPr/>
            <a:r>
              <a:rPr sz="1600"/>
              <a:t>Minor EV component repairs &amp; expert advice.</a:t>
            </a:r>
          </a:p>
          <a:p>
            <a:pPr/>
            <a:r>
              <a:rPr sz="1600"/>
              <a:t>Convenient, reliable, and localized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Untapped Tier 2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Millions of 2W &amp; Auto EVs projected in Tier 2 cities.</a:t>
            </a:r>
          </a:p>
          <a:p>
            <a:pPr/>
            <a:r>
              <a:rPr sz="1600"/>
              <a:t>Lower operational costs drive EV adoption for commercial use.</a:t>
            </a:r>
          </a:p>
          <a:p>
            <a:pPr/>
            <a:r>
              <a:rPr sz="1600"/>
              <a:t>Government incentives further accelerate growth.</a:t>
            </a:r>
          </a:p>
          <a:p>
            <a:pPr/>
            <a:r>
              <a:rPr sz="1600"/>
              <a:t>First-mover advantage in a fragmented, underserved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 Business Model &amp; 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**Charging Fees:** Per-minute or per-unit (kWh) basis.</a:t>
            </a:r>
          </a:p>
          <a:p>
            <a:pPr/>
            <a:r>
              <a:rPr sz="1600"/>
              <a:t>**Maintenance Packages:** Subscription-based battery health checks &amp; service.</a:t>
            </a:r>
          </a:p>
          <a:p>
            <a:pPr/>
            <a:r>
              <a:rPr sz="1600"/>
              <a:t>**Repair Services:** On-demand minor repairs and diagnostics.</a:t>
            </a:r>
          </a:p>
          <a:p>
            <a:pPr/>
            <a:r>
              <a:rPr sz="1600"/>
              <a:t>**Battery Swaps/Sales (Future):** Partnership opportunities for swappable batteries.</a:t>
            </a:r>
          </a:p>
          <a:p>
            <a:pPr/>
            <a:r>
              <a:rPr sz="1600"/>
              <a:t>**Ancillary Services:** EV accessories, spare parts.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Competitive Edge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**Offline Focus:** Direct, reliable service where online solutions fall short.</a:t>
            </a:r>
          </a:p>
          <a:p>
            <a:pPr/>
            <a:r>
              <a:rPr sz="1600"/>
              <a:t>**Specialized Maintenance:** Expertise in EV battery and component care.</a:t>
            </a:r>
          </a:p>
          <a:p>
            <a:pPr/>
            <a:r>
              <a:rPr sz="1600"/>
              <a:t>**Strategic Locations:** High-traffic areas in Tier 2 cities.</a:t>
            </a:r>
          </a:p>
          <a:p>
            <a:pPr/>
            <a:r>
              <a:rPr sz="1600"/>
              <a:t>**Community Hub:** Building trust and loyalty with local EV owners.</a:t>
            </a:r>
          </a:p>
          <a:p>
            <a:pPr/>
            <a:r>
              <a:rPr sz="1600"/>
              <a:t>**Standardized Operations:** Replicable model for rapid expansion across cities.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Snapshot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Strong revenue growth projected over 3 years.</a:t>
            </a:r>
          </a:p>
          <a:p>
            <a:pPr/>
            <a:r>
              <a:rPr sz="1600"/>
              <a:t>Achieving profitability by Year 2.</a:t>
            </a:r>
          </a:p>
          <a:p>
            <a:pPr/>
            <a:r>
              <a:rPr sz="1600"/>
              <a:t>Seeking $500,000 funding for initial station setup, equipment, and team expansion.</a:t>
            </a:r>
          </a:p>
          <a:p>
            <a:pPr/>
            <a:r>
              <a:rPr sz="1600"/>
              <a:t>Targeting 10 stations in 3 cities within 24 months.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