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loans marketplace - AI underwriting (a2c8d434)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AI-driven marketplace connecting MSMEs to micro-lenders with instant underwriting and dynamic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</a:t>
            </a:r>
          </a:p>
          <a:p>
            <a:pPr>
              <a:defRPr sz="1800"/>
            </a:pPr>
            <a:r>
              <a:t>Founders: You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Slow access to credit</a:t>
            </a:r>
          </a:p>
          <a:p>
            <a:pPr>
              <a:defRPr sz="1800"/>
            </a:pPr>
            <a:r>
              <a:t>High paperwork</a:t>
            </a:r>
          </a:p>
          <a:p>
            <a:pPr>
              <a:defRPr sz="1800"/>
            </a:pPr>
            <a:r>
              <a:t>Traditional underwriting ignores alternative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 scoring using transaction &amp; GST data</a:t>
            </a:r>
          </a:p>
          <a:p>
            <a:pPr>
              <a:defRPr sz="1800"/>
            </a:pPr>
            <a:r>
              <a:t>Marketplace of lenders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solution solves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</a:t>
            </a:r>
          </a:p>
          <a:p>
            <a:pPr>
              <a:defRPr sz="1800"/>
            </a:pPr>
            <a:r>
              <a:t>Initial TAM: 1M in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1-3% origination fee</a:t>
            </a:r>
          </a:p>
          <a:p>
            <a:pPr>
              <a:defRPr sz="1800"/>
            </a:pPr>
            <a:r>
              <a:t>Subscription analytics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</a:t>
            </a:r>
          </a:p>
          <a:p>
            <a:pPr>
              <a:defRPr sz="1800"/>
            </a:pPr>
            <a:r>
              <a:t>Field pilots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pilots.</a:t>
            </a:r>
          </a:p>
        </p:txBody>
      </p:sp>
      <p:pic>
        <p:nvPicPr>
          <p:cNvPr id="5" name="Picture 4" descr="pitch_fin_374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High-level assumptions.</a:t>
            </a:r>
          </a:p>
        </p:txBody>
      </p:sp>
      <p:pic>
        <p:nvPicPr>
          <p:cNvPr id="5" name="Picture 4" descr="pitch_fin_374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We enable MSMEs to access micro-loans via AI risk signals and a lender marketplace. Target urban SME clusters and scale to 200k merchants 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YoY</a:t>
            </a:r>
            <a:br/>
            <a:r>
              <a:t>Take rate: 2% 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