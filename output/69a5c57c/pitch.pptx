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Pitch: Start an eco-friendly brick manufacturing unit that produces fly-ash or compressed earth bloc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EcoBlock Innovations: Building a Sustainable Future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600"/>
              <a:t>Sustainable Foundations for a Greener Tomorrow.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Dirty Secret of Construction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600"/>
              <a:t>Traditional brick manufacturing is a major polluter: High CO2 emissions, air pollution.</a:t>
            </a:r>
          </a:p>
          <a:p>
            <a:pPr/>
            <a:r>
              <a:rPr sz="1600"/>
              <a:t>Depletion of topsoil and natural resources.</a:t>
            </a:r>
          </a:p>
          <a:p>
            <a:pPr/>
            <a:r>
              <a:rPr sz="1600"/>
              <a:t>Energy-intensive kiln firing processes.</a:t>
            </a:r>
          </a:p>
          <a:p>
            <a:pPr/>
            <a:r>
              <a:rPr sz="1600"/>
              <a:t>Growing demand for sustainable building materials unmet.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Our Solution: EcoBlocks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600"/>
              <a:t>Manufacturing eco-friendly Fly-Ash Bricks &amp; Compressed Earth Blocks (CEB).</a:t>
            </a:r>
          </a:p>
          <a:p>
            <a:pPr/>
            <a:r>
              <a:rPr sz="1600"/>
              <a:t>Significantly reduced carbon footprint: No kiln firing, lower energy consumption.</a:t>
            </a:r>
          </a:p>
          <a:p>
            <a:pPr/>
            <a:r>
              <a:rPr sz="1600"/>
              <a:t>Utilizes industrial waste (fly-ash) or readily available earth.</a:t>
            </a:r>
          </a:p>
          <a:p>
            <a:pPr/>
            <a:r>
              <a:rPr sz="1600"/>
              <a:t>Durable, cost-effective, and superior thermal insulation properties.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 Market Ripe for Disruption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600"/>
              <a:t>Global construction market projected for significant growth.</a:t>
            </a:r>
          </a:p>
          <a:p>
            <a:pPr/>
            <a:r>
              <a:rPr sz="1600"/>
              <a:t>Increasing demand for green building materials and certifications.</a:t>
            </a:r>
          </a:p>
          <a:p>
            <a:pPr/>
            <a:r>
              <a:rPr sz="1600"/>
              <a:t>Government incentives and regulations promoting sustainable construction.</a:t>
            </a:r>
          </a:p>
          <a:p>
            <a:pPr/>
            <a:r>
              <a:rPr sz="1600"/>
              <a:t>Targeting residential, commercial, and infrastructure projects.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Our Manufacturing Process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600"/>
              <a:t>State-of-the-art, low-energy manufacturing unit.</a:t>
            </a:r>
          </a:p>
          <a:p>
            <a:pPr/>
            <a:r>
              <a:rPr sz="1600"/>
              <a:t>Fly-ash bricks: Mixing fly-ash, cement, sand, water; hydraulic pressing and curing.</a:t>
            </a:r>
          </a:p>
          <a:p>
            <a:pPr/>
            <a:r>
              <a:rPr sz="1600"/>
              <a:t>CEB: Compressing soil, sand, and a small stabilizer (e.g., cement) under high pressure.</a:t>
            </a:r>
          </a:p>
          <a:p>
            <a:pPr/>
            <a:r>
              <a:rPr sz="1600"/>
              <a:t>Minimal waste generation during production.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Model &amp; Revenue Streams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600"/>
              <a:t>Direct sales to construction companies and developers.</a:t>
            </a:r>
          </a:p>
          <a:p>
            <a:pPr/>
            <a:r>
              <a:rPr sz="1600"/>
              <a:t>Supply to government infrastructure projects.</a:t>
            </a:r>
          </a:p>
          <a:p>
            <a:pPr/>
            <a:r>
              <a:rPr sz="1600"/>
              <a:t>Partnerships with architects and green building consultants.</a:t>
            </a:r>
          </a:p>
          <a:p>
            <a:pPr/>
            <a:r>
              <a:rPr sz="1600"/>
              <a:t>Competitive pricing with a premium for sustainability.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Ask: Join Us in Building a Better Future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600"/>
              <a:t>Seeking $1.5 million in seed funding for factory setup and initial operations.</a:t>
            </a:r>
          </a:p>
          <a:p>
            <a:pPr/>
            <a:r>
              <a:rPr sz="1600"/>
              <a:t>Funding will cover equipment, raw material procurement, and marketing.</a:t>
            </a:r>
          </a:p>
          <a:p>
            <a:pPr/>
            <a:r>
              <a:rPr sz="1600"/>
              <a:t>Opportunity for significant ROI in a high-growth, impact-driven market.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