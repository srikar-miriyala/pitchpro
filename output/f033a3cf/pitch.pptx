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Start an eco-friendly brick manufacturing unit that produces fly-ash or compressed earth bloc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Unsustainable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Traditional brick kilns are major polluters (CO2, particulate matter).</a:t>
            </a:r>
          </a:p>
          <a:p>
            <a:pPr/>
            <a:r>
              <a:rPr sz="1600"/>
              <a:t>Depletion of topsoil and natural resources for clay bricks.</a:t>
            </a:r>
          </a:p>
          <a:p>
            <a:pPr/>
            <a:r>
              <a:rPr sz="1600"/>
              <a:t>High energy consumption in conventional brick manufacturing.</a:t>
            </a:r>
          </a:p>
          <a:p>
            <a:pPr/>
            <a:r>
              <a:rPr sz="1600"/>
              <a:t>Growing demand for construction materials exacerbates environmental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EcoBrick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Manufacturing of Fly-Ash Blocks: Utilizes industrial waste, reducing landfill burden.</a:t>
            </a:r>
          </a:p>
          <a:p>
            <a:pPr/>
            <a:r>
              <a:rPr sz="1600"/>
              <a:t>Production of Compressed Earth Blocks (CEB): Low energy, uses local soil, minimal processing.</a:t>
            </a:r>
          </a:p>
          <a:p>
            <a:pPr/>
            <a:r>
              <a:rPr sz="1600"/>
              <a:t>Superior product properties: Enhanced strength, better thermal insulation, uniform size.</a:t>
            </a:r>
          </a:p>
          <a:p>
            <a:pPr/>
            <a:r>
              <a:rPr sz="1600"/>
              <a:t>Significantly reduced carbon footprint and zero kiln emissions.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Booming construction sector, especially in developing regions.</a:t>
            </a:r>
          </a:p>
          <a:p>
            <a:pPr/>
            <a:r>
              <a:rPr sz="1600"/>
              <a:t>Increasing consumer and corporate demand for green building materials.</a:t>
            </a:r>
          </a:p>
          <a:p>
            <a:pPr/>
            <a:r>
              <a:rPr sz="1600"/>
              <a:t>Government incentives and regulations promoting sustainable construction practices.</a:t>
            </a:r>
          </a:p>
          <a:p>
            <a:pPr/>
            <a:r>
              <a:rPr sz="1600"/>
              <a:t>Cost-competitive alternative to traditional bricks with long-term savings.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Production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State-of-the-art automated manufacturing unit for high efficiency.</a:t>
            </a:r>
          </a:p>
          <a:p>
            <a:pPr/>
            <a:r>
              <a:rPr sz="1600"/>
              <a:t>Precise material mixing and high-pressure compaction technology.</a:t>
            </a:r>
          </a:p>
          <a:p>
            <a:pPr/>
            <a:r>
              <a:rPr sz="1600"/>
              <a:t>Rigorous quality control at every stage of production.</a:t>
            </a:r>
          </a:p>
          <a:p>
            <a:pPr/>
            <a:r>
              <a:rPr sz="1600"/>
              <a:t>Scalable operations designed for rapid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Elimination of air pollution from brick kilns.</a:t>
            </a:r>
          </a:p>
          <a:p>
            <a:pPr/>
            <a:r>
              <a:rPr sz="1600"/>
              <a:t>Effective utilization of industrial waste (fly-ash).</a:t>
            </a:r>
          </a:p>
          <a:p>
            <a:pPr/>
            <a:r>
              <a:rPr sz="1600"/>
              <a:t>Conservation of natural resources (soil, fuel).</a:t>
            </a:r>
          </a:p>
          <a:p>
            <a:pPr/>
            <a:r>
              <a:rPr sz="1600"/>
              <a:t>Creation of local jobs and fostering sustainable economic development.</a:t>
            </a:r>
          </a:p>
          <a:p>
            <a:pPr/>
            <a:r>
              <a:rPr sz="1600"/>
              <a:t>Reduced construction waste and energy consumption in buildings.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Edge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Proprietary mix designs for superior strength and durability.</a:t>
            </a:r>
          </a:p>
          <a:p>
            <a:pPr/>
            <a:r>
              <a:rPr sz="1600"/>
              <a:t>Strategic location near raw material sources and key markets.</a:t>
            </a:r>
          </a:p>
          <a:p>
            <a:pPr/>
            <a:r>
              <a:rPr sz="1600"/>
              <a:t>Strong relationships with industrial waste generators and construction firms.</a:t>
            </a:r>
          </a:p>
          <a:p>
            <a:pPr/>
            <a:r>
              <a:rPr sz="1600"/>
              <a:t>Experienced team with expertise in manufacturing, engineering, and sustainable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$1.5M in seed funding for equipment, facility setup, and working capital.</a:t>
            </a:r>
          </a:p>
          <a:p>
            <a:pPr/>
            <a:r>
              <a:rPr sz="1600"/>
              <a:t>Projected strong revenue growth driven by market demand and scalability.</a:t>
            </a:r>
          </a:p>
          <a:p>
            <a:pPr/>
            <a:r>
              <a:rPr sz="1600"/>
              <a:t>High-profit margins due to efficient production and low raw material costs.</a:t>
            </a:r>
          </a:p>
          <a:p>
            <a:pPr/>
            <a:r>
              <a:rPr sz="1600"/>
              <a:t>Anticipated ROI within 3-5 years, with significant long-term growth potential.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