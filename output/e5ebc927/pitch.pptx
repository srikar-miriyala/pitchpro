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🌍 Startup Name: KIROS</a:t>
            </a:r>
          </a:p>
          <a:p/>
          <a:p>
            <a:r>
              <a:t>Tagline (example): Empowering a Greener Future through Smart Carbon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KIROS: Investing in a Greener 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Empowering a Greener Future through Smart Carbon Innovation</a:t>
            </a:r>
          </a:p>
          <a:p>
            <a:pPr/>
            <a:r>
              <a:rPr sz="1600"/>
              <a:t>Bridging Clean Energy, Carbon Capture, and Micro-Investment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Climate Action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Climate initiatives lack public accessibility and transparency.</a:t>
            </a:r>
          </a:p>
          <a:p>
            <a:pPr/>
            <a:r>
              <a:rPr sz="1600"/>
              <a:t>Carbon credit trading is complex, dominated by large corporations.</a:t>
            </a:r>
          </a:p>
          <a:p>
            <a:pPr/>
            <a:r>
              <a:rPr sz="1600"/>
              <a:t>Individuals and small investors have no direct way to contribute or benefit from sustainability efforts.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Innovative Solution: KIROS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**Dual-Layer Ecosystem:** Innovative Carbon Capture &amp; Renewable Energy Systems + Financial &amp; Digital Platform.</a:t>
            </a:r>
          </a:p>
          <a:p>
            <a:pPr/>
            <a:r>
              <a:rPr sz="1600"/>
              <a:t>**Micro-Investment Marketplace:** Invest small amounts in verified green infrastructure projects.</a:t>
            </a:r>
          </a:p>
          <a:p>
            <a:pPr/>
            <a:r>
              <a:rPr sz="1600"/>
              <a:t>**AI &amp; Blockchain:** Ensures transparency, verification, and traceability of carbon credits.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KIROS Works: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🧠 AI-based Carbon Tracking for precise measurement and reporting.</a:t>
            </a:r>
          </a:p>
          <a:p>
            <a:pPr/>
            <a:r>
              <a:rPr sz="1600"/>
              <a:t>☀️ Dual-Layer Solar-Algae Capture System for efficient CO₂ removal.</a:t>
            </a:r>
          </a:p>
          <a:p>
            <a:pPr/>
            <a:r>
              <a:rPr sz="1600"/>
              <a:t>💸 Micro-Investment Marketplace for accessible project funding.</a:t>
            </a:r>
          </a:p>
          <a:p>
            <a:pPr/>
            <a:r>
              <a:rPr sz="1600"/>
              <a:t>🔒 Blockchain Verification for immutable carbon credit ownership.</a:t>
            </a:r>
          </a:p>
          <a:p>
            <a:pPr/>
            <a:r>
              <a:rPr sz="1600"/>
              <a:t>🌿 Real-Time Impact Dashboard to visualize your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Market &amp; 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**Eco-conscious Individuals:** Direct impact and financial participation.</a:t>
            </a:r>
          </a:p>
          <a:p>
            <a:pPr/>
            <a:r>
              <a:rPr sz="1600"/>
              <a:t>**SMEs &amp; Corporates:** Achieve carbon neutrality, enhance ESG profiles.</a:t>
            </a:r>
          </a:p>
          <a:p>
            <a:pPr/>
            <a:r>
              <a:rPr sz="1600"/>
              <a:t>**ESG Investors &amp; Sustainability Funds:** Verified, high-impact green assets.</a:t>
            </a:r>
          </a:p>
          <a:p>
            <a:pPr/>
            <a:r>
              <a:rPr sz="1600"/>
              <a:t>**Governments &amp; NGOs:** Collaborative climate initiatives and data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**Transaction Fees:** On micro-investments and carbon credit trading.</a:t>
            </a:r>
          </a:p>
          <a:p>
            <a:pPr/>
            <a:r>
              <a:rPr sz="1600"/>
              <a:t>**Data Analytics &amp; Reporting:** Premium sustainability services for businesses.</a:t>
            </a:r>
          </a:p>
          <a:p>
            <a:pPr/>
            <a:r>
              <a:rPr sz="1600"/>
              <a:t>**Partnerships &amp; Licensing:** Expanding our carbon tech solutions.</a:t>
            </a:r>
          </a:p>
          <a:p>
            <a:pPr/>
            <a:r>
              <a:rPr sz="1600"/>
              <a:t>**Future Scope:** Global carbon trading markets, IoT integration, government collaborations.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KIROS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**Accessibility:** Opens carbon markets to everyone.</a:t>
            </a:r>
          </a:p>
          <a:p>
            <a:pPr/>
            <a:r>
              <a:rPr sz="1600"/>
              <a:t>**Transparency:** AI + Blockchain for verifiable impact.</a:t>
            </a:r>
          </a:p>
          <a:p>
            <a:pPr/>
            <a:r>
              <a:rPr sz="1600"/>
              <a:t>**Innovation:** Proprietary dual-layer capture technology.</a:t>
            </a:r>
          </a:p>
          <a:p>
            <a:pPr/>
            <a:r>
              <a:rPr sz="1600"/>
              <a:t>**Measurable Impact:** Real-time dashboards and reporting.</a:t>
            </a:r>
          </a:p>
          <a:p>
            <a:pPr/>
            <a:r>
              <a:rPr sz="1600"/>
              <a:t>**Financial Returns:** Earn from green investments and carbon credits.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 in Building a Greener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strategic partners and early-stage investors.</a:t>
            </a:r>
          </a:p>
          <a:p>
            <a:pPr/>
            <a:r>
              <a:rPr sz="1600"/>
              <a:t>Help us scale our innovative carbon capture and investment platform.</a:t>
            </a:r>
          </a:p>
          <a:p>
            <a:pPr/>
            <a:r>
              <a:rPr sz="1600"/>
              <a:t>Contact us to learn more about KIROS and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