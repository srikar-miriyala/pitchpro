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Design a decentralized carbon offset marketplace where users can fund local sustainability pr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EcoChain: Decentralizing Green for a Sustainable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Local Impact, Global Change</a:t>
            </a:r>
          </a:p>
          <a:p>
            <a:pPr/>
            <a:r>
              <a:rPr sz="1600"/>
              <a:t>Blockchain-Verified Carbon Credits</a:t>
            </a:r>
          </a:p>
          <a:p>
            <a:pPr/>
            <a:r>
              <a:rPr sz="1600"/>
              <a:t>Your Partner in Climate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Broken Carbon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Opacity &amp; Lack of Trust: Difficult to verify real impact.</a:t>
            </a:r>
          </a:p>
          <a:p>
            <a:pPr/>
            <a:r>
              <a:rPr sz="1600"/>
              <a:t>High Transaction Costs: Intermediaries inflate prices, reduce project funding.</a:t>
            </a:r>
          </a:p>
          <a:p>
            <a:pPr/>
            <a:r>
              <a:rPr sz="1600"/>
              <a:t>Limited Local Impact: Funds often go to large, distant projects with unclear community benefits.</a:t>
            </a:r>
          </a:p>
          <a:p>
            <a:pPr/>
            <a:r>
              <a:rPr sz="1600"/>
              <a:t>Accessibility Barriers: Complex for individuals and small businesses to participate meaningfully.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EcoChain: A Transparent &amp; Impactful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Decentralized Marketplace: Connects funders directly with local projects.</a:t>
            </a:r>
          </a:p>
          <a:p>
            <a:pPr/>
            <a:r>
              <a:rPr sz="1600"/>
              <a:t>Blockchain-Verified Carbon Credits: Immutable proof of impact and ownership.</a:t>
            </a:r>
          </a:p>
          <a:p>
            <a:pPr/>
            <a:r>
              <a:rPr sz="1600"/>
              <a:t>Direct Funding for Local Projects: Maximize funds reaching the ground.</a:t>
            </a:r>
          </a:p>
          <a:p>
            <a:pPr/>
            <a:r>
              <a:rPr sz="1600"/>
              <a:t>Tokenized &amp; Liquid Assets: Carbon credits become a verifiable, tradable digital asset.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Seamless Impact: How EcoChain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Project Vetting &amp; Onboarding: Local projects submit proposals, undergo rigorous verification.</a:t>
            </a:r>
          </a:p>
          <a:p>
            <a:pPr/>
            <a:r>
              <a:rPr sz="1600"/>
              <a:t>User Funding &amp; Smart Contracts: Funders select projects, contributions secured via smart contracts.</a:t>
            </a:r>
          </a:p>
          <a:p>
            <a:pPr/>
            <a:r>
              <a:rPr sz="1600"/>
              <a:t>Real-time Verification &amp; Monitoring: IoT sensors and community reports verify project progress on-chain.</a:t>
            </a:r>
          </a:p>
          <a:p>
            <a:pPr/>
            <a:r>
              <a:rPr sz="1600"/>
              <a:t>Tokenized Credit Issuance &amp; Trading: Verified carbon credits are minted as NFTs/tokens, available for use or trade.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Market, Untapped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Voluntary Carbon Market: Projected to grow from $2B (2021) to $250B by 2050.</a:t>
            </a:r>
          </a:p>
          <a:p>
            <a:pPr/>
            <a:r>
              <a:rPr sz="1600"/>
              <a:t>Demand for Transparency: Corporations and individuals increasingly seek verifiable, high-integrity offsets.</a:t>
            </a:r>
          </a:p>
          <a:p>
            <a:pPr/>
            <a:r>
              <a:rPr sz="1600"/>
              <a:t>Rise of Web3 &amp; DeFi: Growing appetite for decentralized, tokenized assets and impact investing.</a:t>
            </a:r>
          </a:p>
          <a:p>
            <a:pPr/>
            <a:r>
              <a:rPr sz="1600"/>
              <a:t>Local Impact Focus: Strong desire to support community-level sustainability initiatives.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Sustainable Growth: Our 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Transaction Fees: A small percentage on project funding and secondary market trading.</a:t>
            </a:r>
          </a:p>
          <a:p>
            <a:pPr/>
            <a:r>
              <a:rPr sz="1600"/>
              <a:t>Premium Services for Project Developers: Enhanced analytics, marketing, and compliance tools.</a:t>
            </a:r>
          </a:p>
          <a:p>
            <a:pPr/>
            <a:r>
              <a:rPr sz="1600"/>
              <a:t>Corporate Partnerships: Tailored solutions for enterprises seeking verifiable, large-scale offsets.</a:t>
            </a:r>
          </a:p>
          <a:p>
            <a:pPr/>
            <a:r>
              <a:rPr sz="1600"/>
              <a:t>Data &amp; Analytics: Monetizing aggregated, anonymized market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Us: Invest in a Greener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Funding Request: Seeking $2 Million Seed Round.</a:t>
            </a:r>
          </a:p>
          <a:p>
            <a:pPr/>
            <a:r>
              <a:rPr sz="1600"/>
              <a:t>Use of Funds: Platform Development (50%), Marketing &amp; User Acquisition (30%), Team Expansion (20%).</a:t>
            </a:r>
          </a:p>
          <a:p>
            <a:pPr/>
            <a:r>
              <a:rPr sz="1600"/>
              <a:t>Our Ask: Partner with us to build the future of transparent, impactful climate finance.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