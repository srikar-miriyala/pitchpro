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Develop a bio-manufacturing facility that 3D-prints human organs using patients’ own stem cel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Organogenesis: Printing the Future of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Personalized Organs, On-Demand, Rejection-Free</a:t>
            </a:r>
          </a:p>
          <a:p>
            <a:pPr/>
            <a:r>
              <a:rPr sz="1600"/>
              <a:t>Revolutionizing Organ Transplantation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Crisis of Organ Transplantation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Organ Shortage: Millions on waiting lists, thousands die annually.</a:t>
            </a:r>
          </a:p>
          <a:p>
            <a:pPr/>
            <a:r>
              <a:rPr sz="1600"/>
              <a:t>Lifelong Immunosuppression: High costs, severe side effects, increased infection risk for recipients.</a:t>
            </a:r>
          </a:p>
          <a:p>
            <a:pPr/>
            <a:r>
              <a:rPr sz="1600"/>
              <a:t>Current Solutions: Reactive, limited by donor availability, and fraught with complications.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Organogenesis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State-of-the-Art Bio-Manufacturing Facility: Dedicated to advanced organ production.</a:t>
            </a:r>
          </a:p>
          <a:p>
            <a:pPr/>
            <a:r>
              <a:rPr sz="1600"/>
              <a:t>Proprietary 3D Bioprinting Technology: Precision engineering of complex organ structures.</a:t>
            </a:r>
          </a:p>
          <a:p>
            <a:pPr/>
            <a:r>
              <a:rPr sz="1600"/>
              <a:t>Patient-Specific iPSCs: Utilizing a patient's own cells to eliminate rejection.</a:t>
            </a:r>
          </a:p>
          <a:p>
            <a:pPr/>
            <a:r>
              <a:rPr sz="1600"/>
              <a:t>Custom-Engineered, Fully Functional Human Organs: Tailored to individual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Cell to Organ: The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1. Patient Biopsy &amp; iPSC Reprogramming: A small tissue sample yields pluripotent stem cells.</a:t>
            </a:r>
          </a:p>
          <a:p>
            <a:pPr/>
            <a:r>
              <a:rPr sz="1600"/>
              <a:t>2. Bioprinting: Layer-by-layer construction of the organ scaffold and cellular components.</a:t>
            </a:r>
          </a:p>
          <a:p>
            <a:pPr/>
            <a:r>
              <a:rPr sz="1600"/>
              <a:t>3. Maturation &amp; Vascularization: Organs grown in specialized bioreactors to develop full functionality and blood supply.</a:t>
            </a:r>
          </a:p>
          <a:p>
            <a:pPr/>
            <a:r>
              <a:rPr sz="1600"/>
              <a:t>4. Transplant-Ready Organ: A personalized, viable organ ready for implantation.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Addressable Market: Global organ transplant market valued at over $100 billion, growing rapidly.</a:t>
            </a:r>
          </a:p>
          <a:p>
            <a:pPr/>
            <a:r>
              <a:rPr sz="1600"/>
              <a:t>Eliminate Waiting Lists: Save millions of lives and alleviate immense suffering.</a:t>
            </a:r>
          </a:p>
          <a:p>
            <a:pPr/>
            <a:r>
              <a:rPr sz="1600"/>
              <a:t>End Organ Rejection: Improve patient quality of life and reduce long-term healthcare costs.</a:t>
            </a:r>
          </a:p>
          <a:p>
            <a:pPr/>
            <a:r>
              <a:rPr sz="1600"/>
              <a:t>Scalable Platform: Initial focus on simpler organs, expanding to complex vital organs.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 &amp;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Proprietary Bioprinting Algorithms &amp; Bio-Inks: Our unique intellectual property.</a:t>
            </a:r>
          </a:p>
          <a:p>
            <a:pPr/>
            <a:r>
              <a:rPr sz="1600"/>
              <a:t>Integrated Facility: End-to-end control from cell sourcing to organ delivery.</a:t>
            </a:r>
          </a:p>
          <a:p>
            <a:pPr/>
            <a:r>
              <a:rPr sz="1600"/>
              <a:t>Robust IP Portfolio &amp; Regulatory Strategy: Protecting our innovation and navigating approvals.</a:t>
            </a:r>
          </a:p>
          <a:p>
            <a:pPr/>
            <a:r>
              <a:rPr sz="1600"/>
              <a:t>Founding Team: Deep expertise in biotech, regenerative medicine, engineering, and clinical trials.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Initial Revenue Streams: Research partnerships, early-stage tissue printing, and grants.</a:t>
            </a:r>
          </a:p>
          <a:p>
            <a:pPr/>
            <a:r>
              <a:rPr sz="1600"/>
              <a:t>Rapid Growth Post-Approval: Significant revenue from organ sales, starting with less complex organs.</a:t>
            </a:r>
          </a:p>
          <a:p>
            <a:pPr/>
            <a:r>
              <a:rPr sz="1600"/>
              <a:t>Seeking $25 Million Seed Funding: To finalize facility build-out, accelerate R&amp;D, and secure initial regulatory approvals.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Printing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Invest in a paradigm-shifting medical technology.</a:t>
            </a:r>
          </a:p>
          <a:p>
            <a:pPr/>
            <a:r>
              <a:rPr sz="1600"/>
              <a:t>Be part of ending the organ transplant crisis.</a:t>
            </a:r>
          </a:p>
          <a:p>
            <a:pPr/>
            <a:r>
              <a:rPr sz="1600"/>
              <a:t>Transform healthcare and save countless lives.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