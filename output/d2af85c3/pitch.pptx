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Establish a research company focused on creating artificial general intelligence (AGI) with 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Pioneering Ethical AGI: Intelligence with Conscience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Company Name: Ethos AGI Labs</a:t>
            </a:r>
          </a:p>
          <a:p>
            <a:pPr/>
            <a:r>
              <a:rPr sz="1600"/>
              <a:t>Our Vision: To build Artificial General Intelligence that is ethically self-aware, emotionally intelligent, and autonomously responsible.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Gap: Beyond Narrow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Current AI is 'narrow': excels at specific tasks but lacks general understanding.</a:t>
            </a:r>
          </a:p>
          <a:p>
            <a:pPr/>
            <a:r>
              <a:rPr sz="1600"/>
              <a:t>Absence of inherent ethical frameworks and emotional intelligence.</a:t>
            </a:r>
          </a:p>
          <a:p>
            <a:pPr/>
            <a:r>
              <a:rPr sz="1600"/>
              <a:t>Risks of unaligned or unpredictable autonomous systems.</a:t>
            </a:r>
          </a:p>
          <a:p>
            <a:pPr/>
            <a:r>
              <a:rPr sz="1600"/>
              <a:t>Critical sectors (defense, governance, advanced research) demand more than just computational power – they need wisdom and trustworthiness.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Ethical AGI – Intelligence with Conscience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Developing AGI with foundational ethical self-awareness and emotional intelligence.</a:t>
            </a:r>
          </a:p>
          <a:p>
            <a:pPr/>
            <a:r>
              <a:rPr sz="1600"/>
              <a:t>Autonomous decision-making rooted in human values and societal well-being.</a:t>
            </a:r>
          </a:p>
          <a:p>
            <a:pPr/>
            <a:r>
              <a:rPr sz="1600"/>
              <a:t>Multidisciplinary approach: integrating neuroscience, philosophy, ethics, and advanced AI/ML.</a:t>
            </a:r>
          </a:p>
          <a:p>
            <a:pPr/>
            <a:r>
              <a:rPr sz="1600"/>
              <a:t>Focus on explainability, transparency, and control from the ground 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Transforming Critical Sectors: 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Research: Accelerate scientific discovery, complex data analysis, hypothesis generation.</a:t>
            </a:r>
          </a:p>
          <a:p>
            <a:pPr/>
            <a:r>
              <a:rPr sz="1600"/>
              <a:t>Defense: Ethical strategic planning, autonomous decision support, threat assessment with moral reasoning.</a:t>
            </a:r>
          </a:p>
          <a:p>
            <a:pPr/>
            <a:r>
              <a:rPr sz="1600"/>
              <a:t>Governance: Policy optimization, complex system management, resource allocation with societal impact analysis.</a:t>
            </a:r>
          </a:p>
          <a:p>
            <a:pPr/>
            <a:r>
              <a:rPr sz="1600"/>
              <a:t>High-value, high-impact markets demanding unparalleled intelligence and trustworthiness.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Development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Phase 1: Foundational research into ethical architectures and emotional modeling (Years 1-2).</a:t>
            </a:r>
          </a:p>
          <a:p>
            <a:pPr/>
            <a:r>
              <a:rPr sz="1600"/>
              <a:t>Phase 2: Prototype development in simulated environments (Years 2-3).</a:t>
            </a:r>
          </a:p>
          <a:p>
            <a:pPr/>
            <a:r>
              <a:rPr sz="1600"/>
              <a:t>Phase 3: Controlled real-world pilot programs with strategic partners (Years 3-5).</a:t>
            </a:r>
          </a:p>
          <a:p>
            <a:pPr/>
            <a:r>
              <a:rPr sz="1600"/>
              <a:t>Proprietary algorithms for self-reflection, value alignment, and empathetic reasoning.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&amp; 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Initial revenue from R&amp;D grants and government contracts for specific AGI research.</a:t>
            </a:r>
          </a:p>
          <a:p>
            <a:pPr/>
            <a:r>
              <a:rPr sz="1600"/>
              <a:t>Licensing of AGI frameworks and modules to defense contractors, research institutions, and governmental bodies.</a:t>
            </a:r>
          </a:p>
          <a:p>
            <a:pPr/>
            <a:r>
              <a:rPr sz="1600"/>
              <a:t>Strategic partnerships for co-development and deployment in specialized applications.</a:t>
            </a:r>
          </a:p>
          <a:p>
            <a:pPr/>
            <a:r>
              <a:rPr sz="1600"/>
              <a:t>High-value consulting services for AGI integration and ethical oversight.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Team: Visionary Leadership &amp; Expertise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Dr. Anya Sharma (CEO): Renowned AI ethicist and cognitive scientist.</a:t>
            </a:r>
          </a:p>
          <a:p>
            <a:pPr/>
            <a:r>
              <a:rPr sz="1600"/>
              <a:t>Dr. Kenji Tanaka (CTO): Lead architect of advanced neural network designs.</a:t>
            </a:r>
          </a:p>
          <a:p>
            <a:pPr/>
            <a:r>
              <a:rPr sz="1600"/>
              <a:t>Prof. Elena Petrova (Chief Ethics Officer): Global expert in AI governance and moral philosophy.</a:t>
            </a:r>
          </a:p>
          <a:p>
            <a:pPr/>
            <a:r>
              <a:rPr sz="1600"/>
              <a:t>Multidisciplinary team of neuroscientists, AI engineers, philosophers, and psychologists.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Ask: Join Us in Shaping the Future of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Seeking $15M in seed funding to accelerate foundational research and prototype development over the next 3 years.</a:t>
            </a:r>
          </a:p>
          <a:p>
            <a:pPr/>
            <a:r>
              <a:rPr sz="1600"/>
              <a:t>Key Milestones: Development of core ethical reasoning engine, successful simulation of emotional intelligence, securing first major government R&amp;D contract.</a:t>
            </a:r>
          </a:p>
          <a:p>
            <a:pPr/>
            <a:r>
              <a:rPr sz="1600"/>
              <a:t>Invest in a future where intelligence is synonymous with conscience.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