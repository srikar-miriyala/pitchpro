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🌍 Startup Name: KIROS</a:t>
            </a:r>
          </a:p>
          <a:p/>
          <a:p>
            <a:r>
              <a:t>Tagline (example): Empowering a Greener Future through Smart Carbon 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Climate Challenge &amp; Our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Climate change demands urgent, scalable solutions.</a:t>
            </a:r>
          </a:p>
          <a:p>
            <a:pPr/>
            <a:r>
              <a:rPr sz="1600"/>
              <a:t>Carbon credit markets are complex, opaque, and dominated by large entities.</a:t>
            </a:r>
          </a:p>
          <a:p>
            <a:pPr/>
            <a:r>
              <a:rPr sz="1600"/>
              <a:t>Individuals and small businesses lack direct, transparent avenues to contribute to or benefit from sustainability efforts.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KIROS: Democratizing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Bridging clean energy generation, carbon capture, and micro-investment.</a:t>
            </a:r>
          </a:p>
          <a:p>
            <a:pPr/>
            <a:r>
              <a:rPr sz="1600"/>
              <a:t>An AI-powered platform for transparent participation in the global carbon economy.</a:t>
            </a:r>
          </a:p>
          <a:p>
            <a:pPr/>
            <a:r>
              <a:rPr sz="1600"/>
              <a:t>Empowering individuals and organizations to contribute to green projects and earn verified carbon credits.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Dual-Layer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**Layer 1: Carbon Capture &amp; Renewable Energy Systems**</a:t>
            </a:r>
          </a:p>
          <a:p>
            <a:pPr/>
            <a:r>
              <a:rPr sz="1600"/>
              <a:t>- Innovative solutions like algae-based CO₂ capture and solar hybrid systems.</a:t>
            </a:r>
          </a:p>
          <a:p>
            <a:pPr/>
            <a:r>
              <a:rPr sz="1600"/>
              <a:t>**Layer 2: Financial &amp; Digital Platform**</a:t>
            </a:r>
          </a:p>
          <a:p>
            <a:pPr/>
            <a:r>
              <a:rPr sz="1600"/>
              <a:t>- A web/app marketplace for micro-investments in green infrastructure.</a:t>
            </a:r>
          </a:p>
          <a:p>
            <a:pPr/>
            <a:r>
              <a:rPr sz="1600"/>
              <a:t>- Earn verified carbon credits or profits through transparent mechanisms.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🧠 AI-based Carbon Tracking: Real-time monitoring and verification.</a:t>
            </a:r>
          </a:p>
          <a:p>
            <a:pPr/>
            <a:r>
              <a:rPr sz="1600"/>
              <a:t>💸 Micro-Investment Marketplace: Invest small amounts in verified projects.</a:t>
            </a:r>
          </a:p>
          <a:p>
            <a:pPr/>
            <a:r>
              <a:rPr sz="1600"/>
              <a:t>🔒 Blockchain Verification: Ensures transparency and traceability of carbon credits.</a:t>
            </a:r>
          </a:p>
          <a:p>
            <a:pPr/>
            <a:r>
              <a:rPr sz="1600"/>
              <a:t>🌿 Real-Time Impact Dashboard: See your contribution's measurable impact.</a:t>
            </a:r>
          </a:p>
          <a:p>
            <a:pPr/>
            <a:r>
              <a:rPr sz="1600"/>
              <a:t>☀️ Dual-Layer Solar-Algae Capture System: Our proprietary, efficient capture technology.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**Eco-conscious Individuals:** Seeking direct, impactful ways to fight climate change.</a:t>
            </a:r>
          </a:p>
          <a:p>
            <a:pPr/>
            <a:r>
              <a:rPr sz="1600"/>
              <a:t>**SMEs &amp; Corporates:** Aiming for carbon neutrality and ESG compliance.</a:t>
            </a:r>
          </a:p>
          <a:p>
            <a:pPr/>
            <a:r>
              <a:rPr sz="1600"/>
              <a:t>**ESG Investors &amp; Sustainability Funds:** Looking for verifiable, high-impact green investments.</a:t>
            </a:r>
          </a:p>
          <a:p>
            <a:pPr/>
            <a:r>
              <a:rPr sz="1600"/>
              <a:t>**Government &amp; NGOs:** Collaborating on climate initiatives and carbon registries.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**Transaction Fees:** Commission on micro-investments and carbon credit trading.</a:t>
            </a:r>
          </a:p>
          <a:p>
            <a:pPr/>
            <a:r>
              <a:rPr sz="1600"/>
              <a:t>**Data Analytics &amp; Reporting:** Subscription services for corporate sustainability reports.</a:t>
            </a:r>
          </a:p>
          <a:p>
            <a:pPr/>
            <a:r>
              <a:rPr sz="1600"/>
              <a:t>**Partnerships &amp; Licensing:** Licensing our carbon capture tech and project integration fees.</a:t>
            </a:r>
          </a:p>
          <a:p>
            <a:pPr/>
            <a:r>
              <a:rPr sz="1600"/>
              <a:t>**Future: KIROS Tokens:** Decentralized funding and governance for sustainability projects.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Future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expansion into new carbon trading markets and project types.</a:t>
            </a:r>
          </a:p>
          <a:p>
            <a:pPr/>
            <a:r>
              <a:rPr sz="1600"/>
              <a:t>Integration with IoT sensors for enhanced real-time data and verification.</a:t>
            </a:r>
          </a:p>
          <a:p>
            <a:pPr/>
            <a:r>
              <a:rPr sz="1600"/>
              <a:t>Strategic collaborations with governments and international carbon registries.</a:t>
            </a:r>
          </a:p>
          <a:p>
            <a:pPr/>
            <a:r>
              <a:rPr sz="1600"/>
              <a:t>Establishing KIROS as the leading platform for decentralized, transparent sustainability funding.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