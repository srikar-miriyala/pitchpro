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We are SupportGenius, and we're here to talk about revolutionizing customer support for the SaaS industry with our AI-powered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SaaS companies are growing rapidly, but their customer support often struggles to keep pace. They face a constant battle with repetitive questions, rising costs, and the challenge of maintaining quality as they scale, leading to frustrated customers and overworked agents.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SupportGenius, directly addresses these pain points. We provide an AI-powered platform that automates routine inquiries, intelligently routes complex issues, and empowers human agents with the tools they need to deliver exceptional 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sets us apart is our advanced AI engine. It goes beyond basic keyword matching, understanding customer intent to provide highly accurate responses. Our system continuously learns and improves, ensuring that support evolves with your product and customers across all touchpoints.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for customer service software is massive and growing, especially within the booming SaaS sector. We're targeting mid-market to enterprise SaaS companies with a scalable, subscription-based model that aligns with their growth and provides clear value.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platform delivers clear, measurable value. We project a significant reduction in routine support tickets, round-the-clock availability, and a substantial boost in agent productivity, all leading to lower operational costs and happier, more loyal customers.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seeking $2.5 million in seed funding to accelerate our product development, expand our world-class team, and scale our market presence. Join us as we build the future of customer support for the SaaS industry.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Pitch: AI-powered customer support automation for SaaS companies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SupportGenius: AI-Powered Support for SaaS</a:t>
            </a:r>
          </a:p>
        </p:txBody>
      </p:sp>
      <p:sp>
        <p:nvSpPr>
          <p:cNvPr id="3" name="Content Placeholder 2"/>
          <p:cNvSpPr>
            <a:spLocks noGrp="1"/>
          </p:cNvSpPr>
          <p:nvPr>
            <p:ph idx="1"/>
          </p:nvPr>
        </p:nvSpPr>
        <p:spPr/>
        <p:txBody>
          <a:bodyPr/>
          <a:lstStyle/>
          <a:p/>
          <a:p>
            <a:pPr/>
            <a:r>
              <a:t>Your SaaS Support, Supercharged by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SaaS Support Bottleneck</a:t>
            </a:r>
          </a:p>
        </p:txBody>
      </p:sp>
      <p:sp>
        <p:nvSpPr>
          <p:cNvPr id="3" name="Content Placeholder 2"/>
          <p:cNvSpPr>
            <a:spLocks noGrp="1"/>
          </p:cNvSpPr>
          <p:nvPr>
            <p:ph idx="1"/>
          </p:nvPr>
        </p:nvSpPr>
        <p:spPr/>
        <p:txBody>
          <a:bodyPr/>
          <a:lstStyle/>
          <a:p/>
          <a:p>
            <a:pPr/>
            <a:r>
              <a:t>High volume of repetitive inquiries overwhelming teams</a:t>
            </a:r>
          </a:p>
          <a:p>
            <a:pPr/>
            <a:r>
              <a:t>Escalating operational costs &amp; agent burnout</a:t>
            </a:r>
          </a:p>
          <a:p>
            <a:pPr/>
            <a:r>
              <a:t>Inconsistent customer experience at scale</a:t>
            </a:r>
          </a:p>
          <a:p>
            <a:pPr/>
            <a:r>
              <a:t>Slow resolution times impacting customer satisfaction &amp; retention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Solution: SupportGenius</a:t>
            </a:r>
          </a:p>
        </p:txBody>
      </p:sp>
      <p:sp>
        <p:nvSpPr>
          <p:cNvPr id="3" name="Content Placeholder 2"/>
          <p:cNvSpPr>
            <a:spLocks noGrp="1"/>
          </p:cNvSpPr>
          <p:nvPr>
            <p:ph idx="1"/>
          </p:nvPr>
        </p:nvSpPr>
        <p:spPr/>
        <p:txBody>
          <a:bodyPr/>
          <a:lstStyle/>
          <a:p/>
          <a:p>
            <a:pPr/>
            <a:r>
              <a:t>AI-driven chatbot for instant, accurate answers 24/7</a:t>
            </a:r>
          </a:p>
          <a:p>
            <a:pPr/>
            <a:r>
              <a:t>Smart ticket deflection &amp; intelligent routing to human agents</a:t>
            </a:r>
          </a:p>
          <a:p>
            <a:pPr/>
            <a:r>
              <a:t>Agent assist tools for complex case resolution &amp; knowledge base integration</a:t>
            </a:r>
          </a:p>
          <a:p>
            <a:pPr/>
            <a:r>
              <a:t>Seamless integration with existing helpdesk and CRM platforms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&amp; Key Differentiators</a:t>
            </a:r>
          </a:p>
        </p:txBody>
      </p:sp>
      <p:sp>
        <p:nvSpPr>
          <p:cNvPr id="3" name="Content Placeholder 2"/>
          <p:cNvSpPr>
            <a:spLocks noGrp="1"/>
          </p:cNvSpPr>
          <p:nvPr>
            <p:ph idx="1"/>
          </p:nvPr>
        </p:nvSpPr>
        <p:spPr/>
        <p:txBody>
          <a:bodyPr/>
          <a:lstStyle/>
          <a:p/>
          <a:p>
            <a:pPr/>
            <a:r>
              <a:t>Proprietary NLP for deep intent understanding, not just keywords</a:t>
            </a:r>
          </a:p>
          <a:p>
            <a:pPr/>
            <a:r>
              <a:t>Continuous machine learning from customer interactions for ongoing improvement</a:t>
            </a:r>
          </a:p>
          <a:p>
            <a:pPr/>
            <a:r>
              <a:t>Proactive support suggestions &amp; dynamic knowledge base updates</a:t>
            </a:r>
          </a:p>
          <a:p>
            <a:pPr/>
            <a:r>
              <a:t>Multi-channel deployment across web, in-app, email, and chat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Opportunity &amp; Business Model</a:t>
            </a:r>
          </a:p>
        </p:txBody>
      </p:sp>
      <p:sp>
        <p:nvSpPr>
          <p:cNvPr id="3" name="Content Placeholder 2"/>
          <p:cNvSpPr>
            <a:spLocks noGrp="1"/>
          </p:cNvSpPr>
          <p:nvPr>
            <p:ph idx="1"/>
          </p:nvPr>
        </p:nvSpPr>
        <p:spPr/>
        <p:txBody>
          <a:bodyPr/>
          <a:lstStyle/>
          <a:p/>
          <a:p>
            <a:pPr/>
            <a:r>
              <a:t>~$20 Billion global customer service software market (growing at 15% CAGR)</a:t>
            </a:r>
          </a:p>
          <a:p>
            <a:pPr/>
            <a:r>
              <a:t>SaaS industry growth fuels immense demand for efficient support solutions</a:t>
            </a:r>
          </a:p>
          <a:p>
            <a:pPr/>
            <a:r>
              <a:t>Subscription-based model (tiered pricing by usage, features, and agent seats)</a:t>
            </a:r>
          </a:p>
          <a:p>
            <a:pPr/>
            <a:r>
              <a:t>Target: Mid-market to Enterprise SaaS companies seeking scalable solutions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Delivering Tangible ROI</a:t>
            </a:r>
          </a:p>
        </p:txBody>
      </p:sp>
      <p:sp>
        <p:nvSpPr>
          <p:cNvPr id="3" name="Content Placeholder 2"/>
          <p:cNvSpPr>
            <a:spLocks noGrp="1"/>
          </p:cNvSpPr>
          <p:nvPr>
            <p:ph idx="1"/>
          </p:nvPr>
        </p:nvSpPr>
        <p:spPr/>
        <p:txBody>
          <a:bodyPr/>
          <a:lstStyle/>
          <a:p/>
          <a:p>
            <a:pPr/>
            <a:r>
              <a:t>Up to 70% reduction in routine support tickets</a:t>
            </a:r>
          </a:p>
          <a:p>
            <a:pPr/>
            <a:r>
              <a:t>24/7 instant customer assistance, improving satisfaction</a:t>
            </a:r>
          </a:p>
          <a:p>
            <a:pPr/>
            <a:r>
              <a:t>30%+ improvement in human agent efficiency and morale</a:t>
            </a:r>
          </a:p>
          <a:p>
            <a:pPr/>
            <a:r>
              <a:t>Significant operational cost savings &amp; enhanced customer retention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 &amp; Vision</a:t>
            </a:r>
          </a:p>
        </p:txBody>
      </p:sp>
      <p:sp>
        <p:nvSpPr>
          <p:cNvPr id="3" name="Content Placeholder 2"/>
          <p:cNvSpPr>
            <a:spLocks noGrp="1"/>
          </p:cNvSpPr>
          <p:nvPr>
            <p:ph idx="1"/>
          </p:nvPr>
        </p:nvSpPr>
        <p:spPr/>
        <p:txBody>
          <a:bodyPr/>
          <a:lstStyle/>
          <a:p/>
          <a:p>
            <a:pPr/>
            <a:r>
              <a:t>Seeking $2.5M Seed Funding</a:t>
            </a:r>
          </a:p>
          <a:p>
            <a:pPr/>
            <a:r>
              <a:t>Funds for accelerated R&amp;D, talent acquisition, and market expansion</a:t>
            </a:r>
          </a:p>
          <a:p>
            <a:pPr/>
            <a:r>
              <a:t>Vision: To be the indispensable AI support partner for every SaaS company, globally.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