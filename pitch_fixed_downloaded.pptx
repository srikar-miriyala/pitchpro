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MicroLoans for Indian MSMEs - faster capital, smarter underwriting.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0"/>
            </a:pPr>
            <a:r>
              <a:t>An AI-driven marketplace connecting MSMEs in India to micro-lenders with instant credit decisions using transaction and GST signals - reducing friction and empowering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micro-loans marketplace for Indian MSMEs</a:t>
            </a:r>
          </a:p>
          <a:p>
            <a:pPr>
              <a:defRPr sz="1800"/>
            </a:pPr>
            <a:r>
              <a:t>Founder(s): Srikar M (example)</a:t>
            </a:r>
          </a:p>
          <a:p>
            <a:pPr>
              <a:defRPr sz="1800"/>
            </a:pPr>
            <a:r>
              <a:t>Ask: ₹5 Cr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Quick intro and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MSMEs face slow access to credit</a:t>
            </a:r>
          </a:p>
          <a:p>
            <a:pPr>
              <a:defRPr sz="1800"/>
            </a:pPr>
            <a:r>
              <a:t>Traditional underwriting ignores alternative signals</a:t>
            </a:r>
          </a:p>
          <a:p>
            <a:pPr>
              <a:defRPr sz="1800"/>
            </a:pPr>
            <a:r>
              <a:t>High paperwork &amp; time to disburse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Explain pain and anecdote.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AI risk-scoring using GST &amp; transaction data</a:t>
            </a:r>
          </a:p>
          <a:p>
            <a:pPr>
              <a:defRPr sz="1800"/>
            </a:pPr>
            <a:r>
              <a:t>Marketplace of lenders with dynamic pricing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How model and marketplace reduce friction.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Addressable: 6M formal MSMEs in India</a:t>
            </a:r>
          </a:p>
          <a:p>
            <a:pPr>
              <a:defRPr sz="1800"/>
            </a:pPr>
            <a:r>
              <a:t>Initial TAM (servicable): 1M in urban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Market sizing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Platform takes 1-3% origination fee</a:t>
            </a:r>
          </a:p>
          <a:p>
            <a:pPr>
              <a:defRPr sz="1800"/>
            </a:pPr>
            <a:r>
              <a:t>Subscription for premium lender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Revenue levers.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Partnerships with NBFCs &amp; trade platforms</a:t>
            </a:r>
          </a:p>
          <a:p>
            <a:pPr>
              <a:defRPr sz="1800"/>
            </a:pPr>
            <a:r>
              <a:t>Field ops pilot in 2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Channels &amp; early traction plan.</a:t>
            </a:r>
          </a:p>
        </p:txBody>
      </p:sp>
      <p:pic>
        <p:nvPicPr>
          <p:cNvPr id="5" name="Picture 4" descr="pitch_fin_522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Financials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8046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See financial table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Notes: High level financial assumptions.</a:t>
            </a:r>
          </a:p>
        </p:txBody>
      </p:sp>
      <p:pic>
        <p:nvPicPr>
          <p:cNvPr id="5" name="Picture 4" descr="pitch_fin_5224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7315200" cy="38435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Executive Summary:</a:t>
            </a:r>
            <a:br/>
            <a:r>
              <a:t>PitchPro-powered MicroLoans Marketplace enables MSMEs to access micro-loans with AI-based risk scoring, transparent terms, and a marketplace of lenders. We target urban &amp; semi-urban MSMEs across retail, manufacturing and services, aiming to serve 200k merchants within 3 years.</a:t>
            </a:r>
            <a:br/>
            <a:br/>
            <a:r>
              <a:t>Assumptions:</a:t>
            </a:r>
            <a:br/>
            <a:r>
              <a:t>Avg loan ticket: ₹1.5L</a:t>
            </a:r>
            <a:br/>
            <a:r>
              <a:t>Originations growth: 3x year-over-year</a:t>
            </a:r>
            <a:br/>
            <a:r>
              <a:t>Take rate: 2% average origination fee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